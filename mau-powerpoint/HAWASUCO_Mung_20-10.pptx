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PHÔNG CHÍNH – dùng làm phông sân khấu / màn hình chờ.
• Sửa chữ: nhấp đúp vào chữ để sửa (tên đơn vị, năm kỷ niệm…). Có thể đổi phông chữ "Mừng ngày" sang phông thư pháp có hỗ trợ tiếng Việt.
• Đổi logo: Chuột phải vào logo → Change Picture.
• Cánh hoa rơi được đặt sẵn phía trên mép trang chiếu, khi trình chiếu (F5) sẽ rơi liên tục đến hết trang.
• Hiệu ứng chuyển trang Curtains (rèm sân khấu) và Morph cần PowerPoint 2019 / Microsoft 365; bản cũ hơn sẽ tự dùng hiệu ứng Fade.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CHÚC – Sửa lời chúc và tên người gửi trực tiếp trong khung. Hoa sen và hoa hồng tự trượt từ trang trước sang nhờ hiệu ứng Morph.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CHƯƠNG TRÌNH – Sửa giờ và nội dung từng dòng. Thêm dòng: chọn cả 4 đối tượng của một dòng (khung, nền giờ, giờ, nội dung) → Ctrl+D rồi kéo xuống.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Ý NGHĨA – Nội dung tham khảo, có thể sửa theo bài phát biểu của đơn vị. "Anh hùng, bất khuất, trung hậu, đảm đang" là tám chữ vàng Chủ tịch Hồ Chí Minh khen tặng phụ nữ Việt Nam.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KHOẢNH KHẮC – Thay ảnh: Chuột phải vào ảnh hồng → Change Picture → From a File. Ảnh mới giữ nguyên vị trí, góc nghiêng và hiệu ứng. Sửa chú thích bên dưới mỗi ảnh.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THÚC – Sửa lời chúc cuối chương trình. Trang này có thể để chiếu suốt phần giao lưu, cánh hoa rơi liên tục.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hinh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hinh11.png"/><Relationship Id="rId2" Type="http://schemas.openxmlformats.org/officeDocument/2006/relationships/image" Target="../media/hinh1.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hinh11.png"/><Relationship Id="rId2" Type="http://schemas.openxmlformats.org/officeDocument/2006/relationships/image" Target="../media/hinh1.jpe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hông chính">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ó log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Logo HAWASUCO">    </p:cNvPr>
          <p:cNvPicPr>
            <a:picLocks noChangeAspect="1"/>
          </p:cNvPicPr>
          <p:nvPr/>
        </p:nvPicPr>
        <p:blipFill>
          <a:blip r:embed="rId1"/>
          <a:stretch>
            <a:fillRect/>
          </a:stretch>
        </p:blipFill>
        <p:spPr>
          <a:xfrm>
            <a:off x="457200" y="292608"/>
            <a:ext cx="640080" cy="640080"/>
          </a:xfrm>
          <a:prstGeom prst="rect">
            <a:avLst/>
          </a:prstGeom>
        </p:spPr>
      </p:pic>
      <p:sp>
        <p:nvSpPr>
          <p:cNvPr id="3" name="Text 0"/>
          <p:cNvSpPr/>
          <p:nvPr/>
        </p:nvSpPr>
        <p:spPr>
          <a:xfrm>
            <a:off x="1207008" y="429768"/>
            <a:ext cx="8686800" cy="365760"/>
          </a:xfrm>
          <a:prstGeom prst="rect">
            <a:avLst/>
          </a:prstGeom>
          <a:noFill/>
          <a:ln/>
        </p:spPr>
        <p:txBody>
          <a:bodyPr wrap="square" lIns="0" tIns="0" rIns="0" bIns="0" rtlCol="0" anchor="ctr"/>
          <a:lstStyle/>
          <a:p>
            <a:pPr indent="0" marL="0">
              <a:buNone/>
            </a:pPr>
            <a:r>
              <a:rPr lang="en-US" sz="1200" b="1" spc="50" kern="0" dirty="0">
                <a:solidFill>
                  <a:schemeClr val="tx2"/>
                </a:solidFill>
                <a:latin typeface="Calibri" pitchFamily="34" charset="0"/>
                <a:ea typeface="Calibri" pitchFamily="34" charset="-122"/>
                <a:cs typeface="Calibri" pitchFamily="34" charset="-120"/>
              </a:rPr>
              <a:t>CÔNG ĐOÀN CÔNG TY CỔ PHẦN CẤP THOÁT NƯỚC – CÔNG TRÌNH ĐÔ THỊ HẬU GIANG</a:t>
            </a:r>
            <a:endParaRPr lang="en-US" sz="1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ội du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Logo HAWASUCO">    </p:cNvPr>
          <p:cNvPicPr>
            <a:picLocks noChangeAspect="1"/>
          </p:cNvPicPr>
          <p:nvPr/>
        </p:nvPicPr>
        <p:blipFill>
          <a:blip r:embed="rId1"/>
          <a:stretch>
            <a:fillRect/>
          </a:stretch>
        </p:blipFill>
        <p:spPr>
          <a:xfrm>
            <a:off x="457200" y="292608"/>
            <a:ext cx="640080" cy="640080"/>
          </a:xfrm>
          <a:prstGeom prst="rect">
            <a:avLst/>
          </a:prstGeom>
        </p:spPr>
      </p:pic>
      <p:sp>
        <p:nvSpPr>
          <p:cNvPr id="3" name="Text 0"/>
          <p:cNvSpPr/>
          <p:nvPr/>
        </p:nvSpPr>
        <p:spPr>
          <a:xfrm>
            <a:off x="1207008" y="429768"/>
            <a:ext cx="8686800" cy="365760"/>
          </a:xfrm>
          <a:prstGeom prst="rect">
            <a:avLst/>
          </a:prstGeom>
          <a:noFill/>
          <a:ln/>
        </p:spPr>
        <p:txBody>
          <a:bodyPr wrap="square" lIns="0" tIns="0" rIns="0" bIns="0" rtlCol="0" anchor="ctr"/>
          <a:lstStyle/>
          <a:p>
            <a:pPr indent="0" marL="0">
              <a:buNone/>
            </a:pPr>
            <a:r>
              <a:rPr lang="en-US" sz="1200" b="1" spc="50" kern="0" dirty="0">
                <a:solidFill>
                  <a:schemeClr val="tx2"/>
                </a:solidFill>
                <a:latin typeface="Calibri" pitchFamily="34" charset="0"/>
                <a:ea typeface="Calibri" pitchFamily="34" charset="-122"/>
                <a:cs typeface="Calibri" pitchFamily="34" charset="-120"/>
              </a:rPr>
              <a:t>CÔNG ĐOÀN CÔNG TY CỔ PHẦN CẤP THOÁT NƯỚC – CÔNG TRÌNH ĐÔ THỊ HẬU GIANG</a:t>
            </a:r>
            <a:endParaRPr lang="en-US" sz="1200" dirty="0"/>
          </a:p>
        </p:txBody>
      </p:sp>
      <p:sp>
        <p:nvSpPr>
          <p:cNvPr id="4" name="Text 1"/>
          <p:cNvSpPr/>
          <p:nvPr>
            <p:ph idx="102" type="title" hasCustomPrompt="1"/>
          </p:nvPr>
        </p:nvSpPr>
        <p:spPr>
          <a:xfrm>
            <a:off x="731520" y="1097280"/>
            <a:ext cx="10698480" cy="777240"/>
          </a:xfrm>
          <a:prstGeom prst="rect">
            <a:avLst/>
          </a:prstGeom>
          <a:noFill/>
          <a:ln/>
        </p:spPr>
        <p:txBody>
          <a:bodyPr wrap="square" rtlCol="0"/>
          <a:lstStyle>
            <a:lvl1pPr algn="l" indent="0" marL="0">
              <a:buNone/>
              <a:defRPr lang="en-US" sz="4000" b="1" dirty="0">
                <a:solidFill>
                  <a:schemeClr val="tx2"/>
                </a:solidFill>
              </a:defRPr>
            </a:lvl1pPr>
          </a:lstStyle>
          <a:p>
            <a:pPr algn="l" indent="0" marL="0">
              <a:buNone/>
            </a:pPr>
            <a:r>
              <a:rPr lang="en-US" sz="4000" b="1" dirty="0">
                <a:solidFill>
                  <a:schemeClr val="tx2"/>
                </a:solidFill>
              </a:rPr>
              <a:t>Tiêu đề trang</a:t>
            </a:r>
            <a:endParaRPr lang="en-US" sz="4000" dirty="0"/>
          </a:p>
        </p:txBody>
      </p:sp>
      <p:sp>
        <p:nvSpPr>
          <p:cNvPr id="5" name="Text 1"/>
          <p:cNvSpPr/>
          <p:nvPr>
            <p:ph idx="103" type="body" hasCustomPrompt="1"/>
          </p:nvPr>
        </p:nvSpPr>
        <p:spPr>
          <a:xfrm>
            <a:off x="731520" y="1874520"/>
            <a:ext cx="10698480" cy="411480"/>
          </a:xfrm>
          <a:prstGeom prst="rect">
            <a:avLst/>
          </a:prstGeom>
          <a:noFill/>
          <a:ln/>
        </p:spPr>
        <p:txBody>
          <a:bodyPr wrap="square" rtlCol="0"/>
          <a:lstStyle>
            <a:lvl1pPr algn="l" indent="0" marL="0">
              <a:buNone/>
              <a:defRPr lang="en-US" sz="1800" i="1" dirty="0">
                <a:solidFill>
                  <a:schemeClr val="accent2"/>
                </a:solidFill>
              </a:defRPr>
            </a:lvl1pPr>
          </a:lstStyle>
          <a:p>
            <a:pPr algn="l" indent="0" marL="0">
              <a:buNone/>
            </a:pPr>
            <a:r>
              <a:rPr lang="en-US" sz="1800" i="1" dirty="0">
                <a:solidFill>
                  <a:schemeClr val="accent2"/>
                </a:solidFill>
              </a:rPr>
              <a:t>Dòng phụ</a:t>
            </a: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hinh2.png"/><Relationship Id="rId2" Type="http://schemas.openxmlformats.org/officeDocument/2006/relationships/image" Target="../media/hinh7.png"/><Relationship Id="rId3" Type="http://schemas.openxmlformats.org/officeDocument/2006/relationships/image" Target="../media/hinh7.png"/><Relationship Id="rId4" Type="http://schemas.openxmlformats.org/officeDocument/2006/relationships/image" Target="../media/hinh10.png"/><Relationship Id="rId5" Type="http://schemas.openxmlformats.org/officeDocument/2006/relationships/image" Target="../media/hinh8.png"/><Relationship Id="rId6" Type="http://schemas.openxmlformats.org/officeDocument/2006/relationships/image" Target="../media/hinh9.png"/><Relationship Id="rId7" Type="http://schemas.openxmlformats.org/officeDocument/2006/relationships/image" Target="../media/hinh4.png"/><Relationship Id="rId8" Type="http://schemas.openxmlformats.org/officeDocument/2006/relationships/image" Target="../media/hinh3.png"/><Relationship Id="rId9" Type="http://schemas.openxmlformats.org/officeDocument/2006/relationships/image" Target="../media/hinh11.png"/><Relationship Id="rId10" Type="http://schemas.openxmlformats.org/officeDocument/2006/relationships/image" Target="../media/hinh3.png"/><Relationship Id="rId11" Type="http://schemas.openxmlformats.org/officeDocument/2006/relationships/image" Target="../media/hinh4.png"/><Relationship Id="rId12" Type="http://schemas.openxmlformats.org/officeDocument/2006/relationships/image" Target="../media/hinh5.png"/><Relationship Id="rId13" Type="http://schemas.openxmlformats.org/officeDocument/2006/relationships/image" Target="../media/hinh6.png"/><Relationship Id="rId14" Type="http://schemas.openxmlformats.org/officeDocument/2006/relationships/image" Target="../media/hinh3.png"/><Relationship Id="rId15" Type="http://schemas.openxmlformats.org/officeDocument/2006/relationships/image" Target="../media/hinh4.png"/><Relationship Id="rId16" Type="http://schemas.openxmlformats.org/officeDocument/2006/relationships/image" Target="../media/hinh5.png"/><Relationship Id="rId17" Type="http://schemas.openxmlformats.org/officeDocument/2006/relationships/image" Target="../media/hinh6.png"/><Relationship Id="rId18" Type="http://schemas.openxmlformats.org/officeDocument/2006/relationships/image" Target="../media/hinh3.png"/><Relationship Id="rId19" Type="http://schemas.openxmlformats.org/officeDocument/2006/relationships/image" Target="../media/hinh4.png"/><Relationship Id="rId20" Type="http://schemas.openxmlformats.org/officeDocument/2006/relationships/image" Target="../media/hinh5.png"/><Relationship Id="rId21" Type="http://schemas.openxmlformats.org/officeDocument/2006/relationships/image" Target="../media/hinh6.png"/><Relationship Id="rId22" Type="http://schemas.openxmlformats.org/officeDocument/2006/relationships/image" Target="../media/hinh8.png"/><Relationship Id="rId23" Type="http://schemas.openxmlformats.org/officeDocument/2006/relationships/image" Target="../media/hinh9.png"/><Relationship Id="rId24" Type="http://schemas.openxmlformats.org/officeDocument/2006/relationships/image" Target="../media/hinh8.png"/><Relationship Id="rId25" Type="http://schemas.openxmlformats.org/officeDocument/2006/relationships/slideLayout" Target="../slideLayouts/slideLayout2.xml"/><Relationship Id="rId2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hinh2.png"/><Relationship Id="rId2" Type="http://schemas.openxmlformats.org/officeDocument/2006/relationships/image" Target="../media/hinh7.png"/><Relationship Id="rId3" Type="http://schemas.openxmlformats.org/officeDocument/2006/relationships/image" Target="../media/hinh10.png"/><Relationship Id="rId4" Type="http://schemas.openxmlformats.org/officeDocument/2006/relationships/image" Target="../media/hinh12.png"/><Relationship Id="rId5" Type="http://schemas.openxmlformats.org/officeDocument/2006/relationships/image" Target="../media/hinh3.png"/><Relationship Id="rId6" Type="http://schemas.openxmlformats.org/officeDocument/2006/relationships/image" Target="../media/hinh4.png"/><Relationship Id="rId7" Type="http://schemas.openxmlformats.org/officeDocument/2006/relationships/image" Target="../media/hinh5.png"/><Relationship Id="rId8" Type="http://schemas.openxmlformats.org/officeDocument/2006/relationships/image" Target="../media/hinh6.png"/><Relationship Id="rId9" Type="http://schemas.openxmlformats.org/officeDocument/2006/relationships/image" Target="../media/hinh3.png"/><Relationship Id="rId10" Type="http://schemas.openxmlformats.org/officeDocument/2006/relationships/image" Target="../media/hinh4.png"/><Relationship Id="rId11" Type="http://schemas.openxmlformats.org/officeDocument/2006/relationships/image" Target="../media/hinh5.png"/><Relationship Id="rId12" Type="http://schemas.openxmlformats.org/officeDocument/2006/relationships/image" Target="../media/hinh6.png"/><Relationship Id="rId13" Type="http://schemas.openxmlformats.org/officeDocument/2006/relationships/image" Target="../media/hinh3.png"/><Relationship Id="rId14" Type="http://schemas.openxmlformats.org/officeDocument/2006/relationships/image" Target="../media/hinh4.png"/><Relationship Id="rId15" Type="http://schemas.openxmlformats.org/officeDocument/2006/relationships/image" Target="../media/hinh5.png"/><Relationship Id="rId16" Type="http://schemas.openxmlformats.org/officeDocument/2006/relationships/image" Target="../media/hinh6.png"/><Relationship Id="rId17" Type="http://schemas.openxmlformats.org/officeDocument/2006/relationships/image" Target="../media/hinh8.png"/><Relationship Id="rId18" Type="http://schemas.openxmlformats.org/officeDocument/2006/relationships/image" Target="../media/hinh9.png"/><Relationship Id="rId19" Type="http://schemas.openxmlformats.org/officeDocument/2006/relationships/image" Target="../media/hinh8.png"/><Relationship Id="rId20" Type="http://schemas.openxmlformats.org/officeDocument/2006/relationships/slideLayout" Target="../slideLayouts/slideLayout3.xml"/><Relationship Id="rId2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hinh2.png"/><Relationship Id="rId2" Type="http://schemas.openxmlformats.org/officeDocument/2006/relationships/image" Target="../media/hinh7.png"/><Relationship Id="rId3" Type="http://schemas.openxmlformats.org/officeDocument/2006/relationships/image" Target="../media/hinh10.png"/><Relationship Id="rId4" Type="http://schemas.openxmlformats.org/officeDocument/2006/relationships/image" Target="../media/hinh3.png"/><Relationship Id="rId5" Type="http://schemas.openxmlformats.org/officeDocument/2006/relationships/image" Target="../media/hinh4.png"/><Relationship Id="rId6" Type="http://schemas.openxmlformats.org/officeDocument/2006/relationships/image" Target="../media/hinh5.png"/><Relationship Id="rId7" Type="http://schemas.openxmlformats.org/officeDocument/2006/relationships/image" Target="../media/hinh6.png"/><Relationship Id="rId8" Type="http://schemas.openxmlformats.org/officeDocument/2006/relationships/image" Target="../media/hinh3.png"/><Relationship Id="rId9" Type="http://schemas.openxmlformats.org/officeDocument/2006/relationships/image" Target="../media/hinh4.png"/><Relationship Id="rId10" Type="http://schemas.openxmlformats.org/officeDocument/2006/relationships/image" Target="../media/hinh5.png"/><Relationship Id="rId11" Type="http://schemas.openxmlformats.org/officeDocument/2006/relationships/image" Target="../media/hinh6.png"/><Relationship Id="rId12" Type="http://schemas.openxmlformats.org/officeDocument/2006/relationships/image" Target="../media/hinh3.png"/><Relationship Id="rId13" Type="http://schemas.openxmlformats.org/officeDocument/2006/relationships/image" Target="../media/hinh4.png"/><Relationship Id="rId14" Type="http://schemas.openxmlformats.org/officeDocument/2006/relationships/image" Target="../media/hinh5.png"/><Relationship Id="rId15" Type="http://schemas.openxmlformats.org/officeDocument/2006/relationships/image" Target="../media/hinh6.png"/><Relationship Id="rId16" Type="http://schemas.openxmlformats.org/officeDocument/2006/relationships/image" Target="../media/hinh8.png"/><Relationship Id="rId17" Type="http://schemas.openxmlformats.org/officeDocument/2006/relationships/image" Target="../media/hinh9.png"/><Relationship Id="rId18" Type="http://schemas.openxmlformats.org/officeDocument/2006/relationships/image" Target="../media/hinh8.png"/><Relationship Id="rId19" Type="http://schemas.openxmlformats.org/officeDocument/2006/relationships/slideLayout" Target="../slideLayouts/slideLayout4.xml"/><Relationship Id="rId2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hinh2.png"/><Relationship Id="rId2" Type="http://schemas.openxmlformats.org/officeDocument/2006/relationships/image" Target="../media/hinh7.png"/><Relationship Id="rId3" Type="http://schemas.openxmlformats.org/officeDocument/2006/relationships/image" Target="../media/hinh10.png"/><Relationship Id="rId4" Type="http://schemas.openxmlformats.org/officeDocument/2006/relationships/image" Target="../media/hinh3.png"/><Relationship Id="rId5" Type="http://schemas.openxmlformats.org/officeDocument/2006/relationships/image" Target="../media/hinh4.png"/><Relationship Id="rId6" Type="http://schemas.openxmlformats.org/officeDocument/2006/relationships/image" Target="../media/hinh5.png"/><Relationship Id="rId7" Type="http://schemas.openxmlformats.org/officeDocument/2006/relationships/image" Target="../media/hinh6.png"/><Relationship Id="rId8" Type="http://schemas.openxmlformats.org/officeDocument/2006/relationships/image" Target="../media/hinh3.png"/><Relationship Id="rId9" Type="http://schemas.openxmlformats.org/officeDocument/2006/relationships/image" Target="../media/hinh4.png"/><Relationship Id="rId10" Type="http://schemas.openxmlformats.org/officeDocument/2006/relationships/image" Target="../media/hinh5.png"/><Relationship Id="rId11" Type="http://schemas.openxmlformats.org/officeDocument/2006/relationships/image" Target="../media/hinh6.png"/><Relationship Id="rId12" Type="http://schemas.openxmlformats.org/officeDocument/2006/relationships/image" Target="../media/hinh3.png"/><Relationship Id="rId13" Type="http://schemas.openxmlformats.org/officeDocument/2006/relationships/image" Target="../media/hinh4.png"/><Relationship Id="rId14" Type="http://schemas.openxmlformats.org/officeDocument/2006/relationships/image" Target="../media/hinh5.png"/><Relationship Id="rId15" Type="http://schemas.openxmlformats.org/officeDocument/2006/relationships/image" Target="../media/hinh6.png"/><Relationship Id="rId16" Type="http://schemas.openxmlformats.org/officeDocument/2006/relationships/image" Target="../media/hinh8.png"/><Relationship Id="rId17" Type="http://schemas.openxmlformats.org/officeDocument/2006/relationships/image" Target="../media/hinh9.png"/><Relationship Id="rId18" Type="http://schemas.openxmlformats.org/officeDocument/2006/relationships/image" Target="../media/hinh8.png"/><Relationship Id="rId19" Type="http://schemas.openxmlformats.org/officeDocument/2006/relationships/image" Target="../media/hinh13.png"/><Relationship Id="rId20" Type="http://schemas.openxmlformats.org/officeDocument/2006/relationships/image" Target="../media/hinh14.png"/><Relationship Id="rId21" Type="http://schemas.openxmlformats.org/officeDocument/2006/relationships/image" Target="../media/hinh15.png"/><Relationship Id="rId22" Type="http://schemas.openxmlformats.org/officeDocument/2006/relationships/slideLayout" Target="../slideLayouts/slideLayout4.xml"/><Relationship Id="rId2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hinh2.png"/><Relationship Id="rId2" Type="http://schemas.openxmlformats.org/officeDocument/2006/relationships/image" Target="../media/hinh7.png"/><Relationship Id="rId3" Type="http://schemas.openxmlformats.org/officeDocument/2006/relationships/image" Target="../media/hinh10.png"/><Relationship Id="rId4" Type="http://schemas.openxmlformats.org/officeDocument/2006/relationships/image" Target="../media/hinh3.png"/><Relationship Id="rId5" Type="http://schemas.openxmlformats.org/officeDocument/2006/relationships/image" Target="../media/hinh4.png"/><Relationship Id="rId6" Type="http://schemas.openxmlformats.org/officeDocument/2006/relationships/image" Target="../media/hinh5.png"/><Relationship Id="rId7" Type="http://schemas.openxmlformats.org/officeDocument/2006/relationships/image" Target="../media/hinh6.png"/><Relationship Id="rId8" Type="http://schemas.openxmlformats.org/officeDocument/2006/relationships/image" Target="../media/hinh3.png"/><Relationship Id="rId9" Type="http://schemas.openxmlformats.org/officeDocument/2006/relationships/image" Target="../media/hinh4.png"/><Relationship Id="rId10" Type="http://schemas.openxmlformats.org/officeDocument/2006/relationships/image" Target="../media/hinh5.png"/><Relationship Id="rId11" Type="http://schemas.openxmlformats.org/officeDocument/2006/relationships/image" Target="../media/hinh6.png"/><Relationship Id="rId12" Type="http://schemas.openxmlformats.org/officeDocument/2006/relationships/image" Target="../media/hinh3.png"/><Relationship Id="rId13" Type="http://schemas.openxmlformats.org/officeDocument/2006/relationships/image" Target="../media/hinh4.png"/><Relationship Id="rId14" Type="http://schemas.openxmlformats.org/officeDocument/2006/relationships/image" Target="../media/hinh5.png"/><Relationship Id="rId15" Type="http://schemas.openxmlformats.org/officeDocument/2006/relationships/image" Target="../media/hinh6.png"/><Relationship Id="rId16" Type="http://schemas.openxmlformats.org/officeDocument/2006/relationships/image" Target="../media/hinh8.png"/><Relationship Id="rId17" Type="http://schemas.openxmlformats.org/officeDocument/2006/relationships/image" Target="../media/hinh9.png"/><Relationship Id="rId18" Type="http://schemas.openxmlformats.org/officeDocument/2006/relationships/image" Target="../media/hinh8.png"/><Relationship Id="rId19" Type="http://schemas.openxmlformats.org/officeDocument/2006/relationships/image" Target="../media/hinh16.png"/><Relationship Id="rId20" Type="http://schemas.openxmlformats.org/officeDocument/2006/relationships/image" Target="../media/hinh16.png"/><Relationship Id="rId21" Type="http://schemas.openxmlformats.org/officeDocument/2006/relationships/image" Target="../media/hinh16.png"/><Relationship Id="rId22" Type="http://schemas.openxmlformats.org/officeDocument/2006/relationships/slideLayout" Target="../slideLayouts/slideLayout4.xml"/><Relationship Id="rId2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hinh2.png"/><Relationship Id="rId2" Type="http://schemas.openxmlformats.org/officeDocument/2006/relationships/image" Target="../media/hinh7.png"/><Relationship Id="rId3" Type="http://schemas.openxmlformats.org/officeDocument/2006/relationships/image" Target="../media/hinh7.png"/><Relationship Id="rId4" Type="http://schemas.openxmlformats.org/officeDocument/2006/relationships/image" Target="../media/hinh10.png"/><Relationship Id="rId5" Type="http://schemas.openxmlformats.org/officeDocument/2006/relationships/image" Target="../media/hinh9.png"/><Relationship Id="rId6" Type="http://schemas.openxmlformats.org/officeDocument/2006/relationships/image" Target="../media/hinh5.png"/><Relationship Id="rId7" Type="http://schemas.openxmlformats.org/officeDocument/2006/relationships/image" Target="../media/hinh11.png"/><Relationship Id="rId8" Type="http://schemas.openxmlformats.org/officeDocument/2006/relationships/image" Target="../media/hinh12.png"/><Relationship Id="rId9" Type="http://schemas.openxmlformats.org/officeDocument/2006/relationships/image" Target="../media/hinh3.png"/><Relationship Id="rId10" Type="http://schemas.openxmlformats.org/officeDocument/2006/relationships/image" Target="../media/hinh4.png"/><Relationship Id="rId11" Type="http://schemas.openxmlformats.org/officeDocument/2006/relationships/image" Target="../media/hinh5.png"/><Relationship Id="rId12" Type="http://schemas.openxmlformats.org/officeDocument/2006/relationships/image" Target="../media/hinh6.png"/><Relationship Id="rId13" Type="http://schemas.openxmlformats.org/officeDocument/2006/relationships/image" Target="../media/hinh3.png"/><Relationship Id="rId14" Type="http://schemas.openxmlformats.org/officeDocument/2006/relationships/image" Target="../media/hinh4.png"/><Relationship Id="rId15" Type="http://schemas.openxmlformats.org/officeDocument/2006/relationships/image" Target="../media/hinh5.png"/><Relationship Id="rId16" Type="http://schemas.openxmlformats.org/officeDocument/2006/relationships/image" Target="../media/hinh6.png"/><Relationship Id="rId17" Type="http://schemas.openxmlformats.org/officeDocument/2006/relationships/image" Target="../media/hinh3.png"/><Relationship Id="rId18" Type="http://schemas.openxmlformats.org/officeDocument/2006/relationships/image" Target="../media/hinh4.png"/><Relationship Id="rId19" Type="http://schemas.openxmlformats.org/officeDocument/2006/relationships/image" Target="../media/hinh5.png"/><Relationship Id="rId20" Type="http://schemas.openxmlformats.org/officeDocument/2006/relationships/image" Target="../media/hinh6.png"/><Relationship Id="rId21" Type="http://schemas.openxmlformats.org/officeDocument/2006/relationships/image" Target="../media/hinh8.png"/><Relationship Id="rId22" Type="http://schemas.openxmlformats.org/officeDocument/2006/relationships/image" Target="../media/hinh9.png"/><Relationship Id="rId23" Type="http://schemas.openxmlformats.org/officeDocument/2006/relationships/image" Target="../media/hinh8.png"/><Relationship Id="rId24" Type="http://schemas.openxmlformats.org/officeDocument/2006/relationships/slideLayout" Target="../slideLayouts/slideLayout2.xml"/><Relationship Id="rId25"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hongdao" descr="Hoa trang trí">    </p:cNvPr>
          <p:cNvPicPr>
            <a:picLocks noChangeAspect="1"/>
          </p:cNvPicPr>
          <p:nvPr/>
        </p:nvPicPr>
        <p:blipFill>
          <a:blip r:embed="rId1"/>
          <a:stretch>
            <a:fillRect/>
          </a:stretch>
        </p:blipFill>
        <p:spPr>
          <a:xfrm>
            <a:off x="8001000" y="5074920"/>
            <a:ext cx="2468880" cy="2468880"/>
          </a:xfrm>
          <a:prstGeom prst="rect">
            <a:avLst/>
          </a:prstGeom>
        </p:spPr>
      </p:pic>
      <p:pic>
        <p:nvPicPr>
          <p:cNvPr id="3" name="!!hong" descr="Hoa trang trí">    </p:cNvPr>
          <p:cNvPicPr>
            <a:picLocks noChangeAspect="1"/>
          </p:cNvPicPr>
          <p:nvPr/>
        </p:nvPicPr>
        <p:blipFill>
          <a:blip r:embed="rId2"/>
          <a:stretch>
            <a:fillRect/>
          </a:stretch>
        </p:blipFill>
        <p:spPr>
          <a:xfrm>
            <a:off x="8732520" y="3063240"/>
            <a:ext cx="4663440" cy="4663440"/>
          </a:xfrm>
          <a:prstGeom prst="rect">
            <a:avLst/>
          </a:prstGeom>
        </p:spPr>
      </p:pic>
      <p:pic>
        <p:nvPicPr>
          <p:cNvPr id="4" name="!!hongnho" descr="Hoa trang trí">    </p:cNvPr>
          <p:cNvPicPr>
            <a:picLocks noChangeAspect="1"/>
          </p:cNvPicPr>
          <p:nvPr/>
        </p:nvPicPr>
        <p:blipFill>
          <a:blip r:embed="rId3"/>
          <a:stretch>
            <a:fillRect/>
          </a:stretch>
        </p:blipFill>
        <p:spPr>
          <a:xfrm>
            <a:off x="10744200" y="-960120"/>
            <a:ext cx="2103120" cy="2103120"/>
          </a:xfrm>
          <a:prstGeom prst="rect">
            <a:avLst/>
          </a:prstGeom>
        </p:spPr>
      </p:pic>
      <p:pic>
        <p:nvPicPr>
          <p:cNvPr id="5" name="!!sen" descr="Hoa trang trí">    </p:cNvPr>
          <p:cNvPicPr>
            <a:picLocks noChangeAspect="1"/>
          </p:cNvPicPr>
          <p:nvPr/>
        </p:nvPicPr>
        <p:blipFill>
          <a:blip r:embed="rId4"/>
          <a:stretch>
            <a:fillRect/>
          </a:stretch>
        </p:blipFill>
        <p:spPr>
          <a:xfrm rot="-90000">
            <a:off x="-548640" y="3063240"/>
            <a:ext cx="4023360" cy="4023360"/>
          </a:xfrm>
          <a:prstGeom prst="rect">
            <a:avLst/>
          </a:prstGeom>
        </p:spPr>
      </p:pic>
      <p:pic>
        <p:nvPicPr>
          <p:cNvPr id="6" name="Lá 1" descr="Lá trang trí">    </p:cNvPr>
          <p:cNvPicPr>
            <a:picLocks noChangeAspect="1"/>
          </p:cNvPicPr>
          <p:nvPr/>
        </p:nvPicPr>
        <p:blipFill>
          <a:blip r:embed="rId5"/>
          <a:stretch>
            <a:fillRect/>
          </a:stretch>
        </p:blipFill>
        <p:spPr>
          <a:xfrm>
            <a:off x="640080" y="502920"/>
            <a:ext cx="548640" cy="548640"/>
          </a:xfrm>
          <a:prstGeom prst="rect">
            <a:avLst/>
          </a:prstGeom>
        </p:spPr>
      </p:pic>
      <p:pic>
        <p:nvPicPr>
          <p:cNvPr id="7" name="Lá 2" descr="Lá trang trí">    </p:cNvPr>
          <p:cNvPicPr>
            <a:picLocks noChangeAspect="1"/>
          </p:cNvPicPr>
          <p:nvPr/>
        </p:nvPicPr>
        <p:blipFill>
          <a:blip r:embed="rId6"/>
          <a:stretch>
            <a:fillRect/>
          </a:stretch>
        </p:blipFill>
        <p:spPr>
          <a:xfrm>
            <a:off x="10149840" y="1463040"/>
            <a:ext cx="502920" cy="502920"/>
          </a:xfrm>
          <a:prstGeom prst="rect">
            <a:avLst/>
          </a:prstGeom>
        </p:spPr>
      </p:pic>
      <p:pic>
        <p:nvPicPr>
          <p:cNvPr id="8" name="Cánh hoa 1" descr="Cánh hoa">    </p:cNvPr>
          <p:cNvPicPr>
            <a:picLocks noChangeAspect="1"/>
          </p:cNvPicPr>
          <p:nvPr/>
        </p:nvPicPr>
        <p:blipFill>
          <a:blip r:embed="rId7"/>
          <a:stretch>
            <a:fillRect/>
          </a:stretch>
        </p:blipFill>
        <p:spPr>
          <a:xfrm>
            <a:off x="1371600" y="2148840"/>
            <a:ext cx="347472" cy="347472"/>
          </a:xfrm>
          <a:prstGeom prst="rect">
            <a:avLst/>
          </a:prstGeom>
        </p:spPr>
      </p:pic>
      <p:pic>
        <p:nvPicPr>
          <p:cNvPr id="9" name="Cánh hoa 2" descr="Cánh hoa">    </p:cNvPr>
          <p:cNvPicPr>
            <a:picLocks noChangeAspect="1"/>
          </p:cNvPicPr>
          <p:nvPr/>
        </p:nvPicPr>
        <p:blipFill>
          <a:blip r:embed="rId8"/>
          <a:stretch>
            <a:fillRect/>
          </a:stretch>
        </p:blipFill>
        <p:spPr>
          <a:xfrm>
            <a:off x="9601200" y="685800"/>
            <a:ext cx="292608" cy="292608"/>
          </a:xfrm>
          <a:prstGeom prst="rect">
            <a:avLst/>
          </a:prstGeom>
        </p:spPr>
      </p:pic>
      <p:pic>
        <p:nvPicPr>
          <p:cNvPr id="10" name="Logo" descr="Logo Công ty CP Cấp thoát nước – Công trình đô thị Hậu Giang">    </p:cNvPr>
          <p:cNvPicPr>
            <a:picLocks noChangeAspect="1"/>
          </p:cNvPicPr>
          <p:nvPr/>
        </p:nvPicPr>
        <p:blipFill>
          <a:blip r:embed="rId9"/>
          <a:stretch>
            <a:fillRect/>
          </a:stretch>
        </p:blipFill>
        <p:spPr>
          <a:xfrm>
            <a:off x="5666080" y="228600"/>
            <a:ext cx="859536" cy="859536"/>
          </a:xfrm>
          <a:prstGeom prst="rect">
            <a:avLst/>
          </a:prstGeom>
        </p:spPr>
      </p:pic>
      <p:sp>
        <p:nvSpPr>
          <p:cNvPr id="11" name="Đơn vị"/>
          <p:cNvSpPr txBox="1"/>
          <p:nvPr/>
        </p:nvSpPr>
        <p:spPr>
          <a:xfrm>
            <a:off x="1527048" y="1143000"/>
            <a:ext cx="9144000" cy="365760"/>
          </a:xfrm>
          <a:prstGeom prst="rect">
            <a:avLst/>
          </a:prstGeom>
          <a:noFill/>
          <a:ln/>
        </p:spPr>
        <p:txBody>
          <a:bodyPr wrap="square" lIns="0" tIns="0" rIns="0" bIns="0" rtlCol="0" anchor="ctr"/>
          <a:lstStyle/>
          <a:p>
            <a:pPr algn="ctr" indent="0" marL="0">
              <a:buNone/>
            </a:pPr>
            <a:r>
              <a:rPr lang="en-US" sz="1500" b="1" spc="50" kern="0" dirty="0">
                <a:solidFill>
                  <a:schemeClr val="tx2"/>
                </a:solidFill>
              </a:rPr>
              <a:t>CÔNG ĐOÀN CÔNG TY CỔ PHẦN CẤP THOÁT NƯỚC – CÔNG TRÌNH ĐÔ THỊ HẬU GIANG</a:t>
            </a:r>
            <a:endParaRPr lang="en-US" sz="1500" dirty="0"/>
          </a:p>
        </p:txBody>
      </p:sp>
      <p:sp>
        <p:nvSpPr>
          <p:cNvPr id="12" name="Mừng ngày"/>
          <p:cNvSpPr txBox="1"/>
          <p:nvPr/>
        </p:nvSpPr>
        <p:spPr>
          <a:xfrm>
            <a:off x="1527048" y="1572768"/>
            <a:ext cx="9144000" cy="868680"/>
          </a:xfrm>
          <a:prstGeom prst="rect">
            <a:avLst/>
          </a:prstGeom>
          <a:noFill/>
          <a:ln/>
        </p:spPr>
        <p:txBody>
          <a:bodyPr wrap="square" lIns="0" tIns="0" rIns="0" bIns="0" rtlCol="0" anchor="ctr"/>
          <a:lstStyle/>
          <a:p>
            <a:pPr algn="ctr" indent="0" marL="0">
              <a:buNone/>
            </a:pPr>
            <a:r>
              <a:rPr lang="en-US" sz="5400" i="1" dirty="0">
                <a:solidFill>
                  <a:schemeClr val="tx2"/>
                </a:solidFill>
                <a:latin typeface="Cambria" pitchFamily="34" charset="0"/>
                <a:ea typeface="Cambria" pitchFamily="34" charset="-122"/>
                <a:cs typeface="Cambria" pitchFamily="34" charset="-120"/>
              </a:rPr>
              <a:t>Mừng ngày</a:t>
            </a:r>
            <a:endParaRPr lang="en-US" sz="5400" dirty="0"/>
          </a:p>
        </p:txBody>
      </p:sp>
      <p:sp>
        <p:nvSpPr>
          <p:cNvPr id="13" name="Phụ Nữ"/>
          <p:cNvSpPr txBox="1"/>
          <p:nvPr/>
        </p:nvSpPr>
        <p:spPr>
          <a:xfrm>
            <a:off x="1527048" y="2395728"/>
            <a:ext cx="9144000" cy="1188720"/>
          </a:xfrm>
          <a:prstGeom prst="rect">
            <a:avLst/>
          </a:prstGeom>
          <a:noFill/>
          <a:ln/>
        </p:spPr>
        <p:txBody>
          <a:bodyPr wrap="square" lIns="0" tIns="0" rIns="0" bIns="0" rtlCol="0" anchor="ctr"/>
          <a:lstStyle/>
          <a:p>
            <a:pPr algn="ctr" indent="0" marL="0">
              <a:buNone/>
            </a:pPr>
            <a:r>
              <a:rPr lang="en-US" sz="8800" b="1" dirty="0">
                <a:solidFill>
                  <a:schemeClr val="tx2"/>
                </a:solidFill>
                <a:latin typeface="Cambria" pitchFamily="34" charset="0"/>
                <a:ea typeface="Cambria" pitchFamily="34" charset="-122"/>
                <a:cs typeface="Cambria" pitchFamily="34" charset="-120"/>
              </a:rPr>
              <a:t>Phụ Nữ</a:t>
            </a:r>
            <a:endParaRPr lang="en-US" sz="8800" dirty="0"/>
          </a:p>
        </p:txBody>
      </p:sp>
      <p:sp>
        <p:nvSpPr>
          <p:cNvPr id="14" name="Việt Nam"/>
          <p:cNvSpPr txBox="1"/>
          <p:nvPr/>
        </p:nvSpPr>
        <p:spPr>
          <a:xfrm>
            <a:off x="1527048" y="3547872"/>
            <a:ext cx="9144000" cy="1188720"/>
          </a:xfrm>
          <a:prstGeom prst="rect">
            <a:avLst/>
          </a:prstGeom>
          <a:noFill/>
          <a:ln/>
        </p:spPr>
        <p:txBody>
          <a:bodyPr wrap="square" lIns="0" tIns="0" rIns="0" bIns="0" rtlCol="0" anchor="ctr"/>
          <a:lstStyle/>
          <a:p>
            <a:pPr algn="ctr" indent="0" marL="0">
              <a:buNone/>
            </a:pPr>
            <a:r>
              <a:rPr lang="en-US" sz="8800" b="1" dirty="0">
                <a:solidFill>
                  <a:schemeClr val="accent1"/>
                </a:solidFill>
                <a:latin typeface="Cambria" pitchFamily="34" charset="0"/>
                <a:ea typeface="Cambria" pitchFamily="34" charset="-122"/>
                <a:cs typeface="Cambria" pitchFamily="34" charset="-120"/>
              </a:rPr>
              <a:t>Việt Nam</a:t>
            </a:r>
            <a:endParaRPr lang="en-US" sz="8800" dirty="0"/>
          </a:p>
        </p:txBody>
      </p:sp>
      <p:sp>
        <p:nvSpPr>
          <p:cNvPr id="15" name="Ngày"/>
          <p:cNvSpPr txBox="1"/>
          <p:nvPr/>
        </p:nvSpPr>
        <p:spPr>
          <a:xfrm>
            <a:off x="1527048" y="4754880"/>
            <a:ext cx="9144000" cy="822960"/>
          </a:xfrm>
          <a:prstGeom prst="rect">
            <a:avLst/>
          </a:prstGeom>
          <a:noFill/>
          <a:ln/>
        </p:spPr>
        <p:txBody>
          <a:bodyPr wrap="square" lIns="0" tIns="0" rIns="0" bIns="0" rtlCol="0" anchor="ctr"/>
          <a:lstStyle/>
          <a:p>
            <a:pPr algn="ctr" indent="0" marL="0">
              <a:buNone/>
            </a:pPr>
            <a:r>
              <a:rPr lang="en-US" sz="6000" b="1" dirty="0">
                <a:solidFill>
                  <a:schemeClr val="accent1"/>
                </a:solidFill>
                <a:latin typeface="Cambria" pitchFamily="34" charset="0"/>
                <a:ea typeface="Cambria" pitchFamily="34" charset="-122"/>
                <a:cs typeface="Cambria" pitchFamily="34" charset="-120"/>
              </a:rPr>
              <a:t>20/10</a:t>
            </a:r>
            <a:endParaRPr lang="en-US" sz="6000" dirty="0"/>
          </a:p>
        </p:txBody>
      </p:sp>
      <p:sp>
        <p:nvSpPr>
          <p:cNvPr id="16" name="Kỷ niệm"/>
          <p:cNvSpPr txBox="1"/>
          <p:nvPr/>
        </p:nvSpPr>
        <p:spPr>
          <a:xfrm>
            <a:off x="3813048" y="5596128"/>
            <a:ext cx="4572000" cy="685800"/>
          </a:xfrm>
          <a:prstGeom prst="rect">
            <a:avLst/>
          </a:prstGeom>
          <a:noFill/>
          <a:ln/>
        </p:spPr>
        <p:txBody>
          <a:bodyPr wrap="square" lIns="0" tIns="0" rIns="0" bIns="0" rtlCol="0" anchor="ctr"/>
          <a:lstStyle/>
          <a:p>
            <a:pPr algn="ctr" indent="0" marL="0">
              <a:buNone/>
            </a:pPr>
            <a:r>
              <a:rPr lang="en-US" sz="1500" i="1" dirty="0">
                <a:solidFill>
                  <a:schemeClr val="tx1"/>
                </a:solidFill>
              </a:rPr>
              <a:t>Kỷ niệm 96 năm Ngày thành lập Hội LHPN Việt Nam</a:t>
            </a:r>
            <a:endParaRPr lang="en-US" sz="1500" dirty="0"/>
          </a:p>
          <a:p>
            <a:pPr algn="ctr" indent="0" marL="0">
              <a:buNone/>
            </a:pPr>
            <a:r>
              <a:rPr lang="en-US" sz="1500" i="1" dirty="0">
                <a:solidFill>
                  <a:schemeClr val="tx1"/>
                </a:solidFill>
              </a:rPr>
              <a:t>(20/10/1930 – 20/10/2026)</a:t>
            </a:r>
            <a:endParaRPr lang="en-US" sz="1500" dirty="0"/>
          </a:p>
        </p:txBody>
      </p:sp>
      <p:pic>
        <p:nvPicPr>
          <p:cNvPr id="18" name="Cánh hoa rơi 1" descr="Cánh hoa rơi">    </p:cNvPr>
          <p:cNvPicPr>
            <a:picLocks noChangeAspect="1"/>
          </p:cNvPicPr>
          <p:nvPr/>
        </p:nvPicPr>
        <p:blipFill>
          <a:blip r:embed="rId10"/>
          <a:stretch>
            <a:fillRect/>
          </a:stretch>
        </p:blipFill>
        <p:spPr>
          <a:xfrm>
            <a:off x="548640" y="-822960"/>
            <a:ext cx="384048" cy="384048"/>
          </a:xfrm>
          <a:prstGeom prst="rect">
            <a:avLst/>
          </a:prstGeom>
        </p:spPr>
      </p:pic>
      <p:pic>
        <p:nvPicPr>
          <p:cNvPr id="19" name="Cánh hoa rơi 2" descr="Cánh hoa rơi">    </p:cNvPr>
          <p:cNvPicPr>
            <a:picLocks noChangeAspect="1"/>
          </p:cNvPicPr>
          <p:nvPr/>
        </p:nvPicPr>
        <p:blipFill>
          <a:blip r:embed="rId11"/>
          <a:stretch>
            <a:fillRect/>
          </a:stretch>
        </p:blipFill>
        <p:spPr>
          <a:xfrm>
            <a:off x="1737360" y="-822960"/>
            <a:ext cx="310896" cy="310896"/>
          </a:xfrm>
          <a:prstGeom prst="rect">
            <a:avLst/>
          </a:prstGeom>
        </p:spPr>
      </p:pic>
      <p:pic>
        <p:nvPicPr>
          <p:cNvPr id="20" name="Cánh hoa rơi 3" descr="Cánh hoa rơi">    </p:cNvPr>
          <p:cNvPicPr>
            <a:picLocks noChangeAspect="1"/>
          </p:cNvPicPr>
          <p:nvPr/>
        </p:nvPicPr>
        <p:blipFill>
          <a:blip r:embed="rId12"/>
          <a:stretch>
            <a:fillRect/>
          </a:stretch>
        </p:blipFill>
        <p:spPr>
          <a:xfrm>
            <a:off x="2834640" y="-822960"/>
            <a:ext cx="420624" cy="420624"/>
          </a:xfrm>
          <a:prstGeom prst="rect">
            <a:avLst/>
          </a:prstGeom>
        </p:spPr>
      </p:pic>
      <p:pic>
        <p:nvPicPr>
          <p:cNvPr id="21" name="Cánh hoa rơi 4" descr="Cánh hoa rơi">    </p:cNvPr>
          <p:cNvPicPr>
            <a:picLocks noChangeAspect="1"/>
          </p:cNvPicPr>
          <p:nvPr/>
        </p:nvPicPr>
        <p:blipFill>
          <a:blip r:embed="rId13"/>
          <a:stretch>
            <a:fillRect/>
          </a:stretch>
        </p:blipFill>
        <p:spPr>
          <a:xfrm>
            <a:off x="3931920" y="-822960"/>
            <a:ext cx="329184" cy="329184"/>
          </a:xfrm>
          <a:prstGeom prst="rect">
            <a:avLst/>
          </a:prstGeom>
        </p:spPr>
      </p:pic>
      <p:pic>
        <p:nvPicPr>
          <p:cNvPr id="22" name="Cánh hoa rơi 5" descr="Cánh hoa rơi">    </p:cNvPr>
          <p:cNvPicPr>
            <a:picLocks noChangeAspect="1"/>
          </p:cNvPicPr>
          <p:nvPr/>
        </p:nvPicPr>
        <p:blipFill>
          <a:blip r:embed="rId14"/>
          <a:stretch>
            <a:fillRect/>
          </a:stretch>
        </p:blipFill>
        <p:spPr>
          <a:xfrm>
            <a:off x="5120640" y="-822960"/>
            <a:ext cx="274320" cy="274320"/>
          </a:xfrm>
          <a:prstGeom prst="rect">
            <a:avLst/>
          </a:prstGeom>
        </p:spPr>
      </p:pic>
      <p:pic>
        <p:nvPicPr>
          <p:cNvPr id="23" name="Cánh hoa rơi 6" descr="Cánh hoa rơi">    </p:cNvPr>
          <p:cNvPicPr>
            <a:picLocks noChangeAspect="1"/>
          </p:cNvPicPr>
          <p:nvPr/>
        </p:nvPicPr>
        <p:blipFill>
          <a:blip r:embed="rId15"/>
          <a:stretch>
            <a:fillRect/>
          </a:stretch>
        </p:blipFill>
        <p:spPr>
          <a:xfrm>
            <a:off x="6217920" y="-822960"/>
            <a:ext cx="402336" cy="402336"/>
          </a:xfrm>
          <a:prstGeom prst="rect">
            <a:avLst/>
          </a:prstGeom>
        </p:spPr>
      </p:pic>
      <p:pic>
        <p:nvPicPr>
          <p:cNvPr id="24" name="Cánh hoa rơi 7" descr="Cánh hoa rơi">    </p:cNvPr>
          <p:cNvPicPr>
            <a:picLocks noChangeAspect="1"/>
          </p:cNvPicPr>
          <p:nvPr/>
        </p:nvPicPr>
        <p:blipFill>
          <a:blip r:embed="rId16"/>
          <a:stretch>
            <a:fillRect/>
          </a:stretch>
        </p:blipFill>
        <p:spPr>
          <a:xfrm>
            <a:off x="7315200" y="-822960"/>
            <a:ext cx="310896" cy="310896"/>
          </a:xfrm>
          <a:prstGeom prst="rect">
            <a:avLst/>
          </a:prstGeom>
        </p:spPr>
      </p:pic>
      <p:pic>
        <p:nvPicPr>
          <p:cNvPr id="25" name="Cánh hoa rơi 8" descr="Cánh hoa rơi">    </p:cNvPr>
          <p:cNvPicPr>
            <a:picLocks noChangeAspect="1"/>
          </p:cNvPicPr>
          <p:nvPr/>
        </p:nvPicPr>
        <p:blipFill>
          <a:blip r:embed="rId17"/>
          <a:stretch>
            <a:fillRect/>
          </a:stretch>
        </p:blipFill>
        <p:spPr>
          <a:xfrm>
            <a:off x="8321040" y="-822960"/>
            <a:ext cx="365760" cy="365760"/>
          </a:xfrm>
          <a:prstGeom prst="rect">
            <a:avLst/>
          </a:prstGeom>
        </p:spPr>
      </p:pic>
      <p:pic>
        <p:nvPicPr>
          <p:cNvPr id="26" name="Cánh hoa rơi 9" descr="Cánh hoa rơi">    </p:cNvPr>
          <p:cNvPicPr>
            <a:picLocks noChangeAspect="1"/>
          </p:cNvPicPr>
          <p:nvPr/>
        </p:nvPicPr>
        <p:blipFill>
          <a:blip r:embed="rId18"/>
          <a:stretch>
            <a:fillRect/>
          </a:stretch>
        </p:blipFill>
        <p:spPr>
          <a:xfrm>
            <a:off x="9418320" y="-822960"/>
            <a:ext cx="329184" cy="329184"/>
          </a:xfrm>
          <a:prstGeom prst="rect">
            <a:avLst/>
          </a:prstGeom>
        </p:spPr>
      </p:pic>
      <p:pic>
        <p:nvPicPr>
          <p:cNvPr id="27" name="Cánh hoa rơi 10" descr="Cánh hoa rơi">    </p:cNvPr>
          <p:cNvPicPr>
            <a:picLocks noChangeAspect="1"/>
          </p:cNvPicPr>
          <p:nvPr/>
        </p:nvPicPr>
        <p:blipFill>
          <a:blip r:embed="rId19"/>
          <a:stretch>
            <a:fillRect/>
          </a:stretch>
        </p:blipFill>
        <p:spPr>
          <a:xfrm>
            <a:off x="10424160" y="-822960"/>
            <a:ext cx="384048" cy="384048"/>
          </a:xfrm>
          <a:prstGeom prst="rect">
            <a:avLst/>
          </a:prstGeom>
        </p:spPr>
      </p:pic>
      <p:pic>
        <p:nvPicPr>
          <p:cNvPr id="28" name="Cánh hoa rơi 11" descr="Cánh hoa rơi">    </p:cNvPr>
          <p:cNvPicPr>
            <a:picLocks noChangeAspect="1"/>
          </p:cNvPicPr>
          <p:nvPr/>
        </p:nvPicPr>
        <p:blipFill>
          <a:blip r:embed="rId20"/>
          <a:stretch>
            <a:fillRect/>
          </a:stretch>
        </p:blipFill>
        <p:spPr>
          <a:xfrm>
            <a:off x="11430000" y="-822960"/>
            <a:ext cx="292608" cy="292608"/>
          </a:xfrm>
          <a:prstGeom prst="rect">
            <a:avLst/>
          </a:prstGeom>
        </p:spPr>
      </p:pic>
      <p:pic>
        <p:nvPicPr>
          <p:cNvPr id="29" name="Cánh hoa rơi 12" descr="Cánh hoa rơi">    </p:cNvPr>
          <p:cNvPicPr>
            <a:picLocks noChangeAspect="1"/>
          </p:cNvPicPr>
          <p:nvPr/>
        </p:nvPicPr>
        <p:blipFill>
          <a:blip r:embed="rId21"/>
          <a:stretch>
            <a:fillRect/>
          </a:stretch>
        </p:blipFill>
        <p:spPr>
          <a:xfrm>
            <a:off x="6766560" y="-822960"/>
            <a:ext cx="274320" cy="274320"/>
          </a:xfrm>
          <a:prstGeom prst="rect">
            <a:avLst/>
          </a:prstGeom>
        </p:spPr>
      </p:pic>
      <p:pic>
        <p:nvPicPr>
          <p:cNvPr id="30" name="Lá rơi 1" descr="Cánh hoa rơi">    </p:cNvPr>
          <p:cNvPicPr>
            <a:picLocks noChangeAspect="1"/>
          </p:cNvPicPr>
          <p:nvPr/>
        </p:nvPicPr>
        <p:blipFill>
          <a:blip r:embed="rId22"/>
          <a:stretch>
            <a:fillRect/>
          </a:stretch>
        </p:blipFill>
        <p:spPr>
          <a:xfrm>
            <a:off x="2286000" y="-822960"/>
            <a:ext cx="502920" cy="502920"/>
          </a:xfrm>
          <a:prstGeom prst="rect">
            <a:avLst/>
          </a:prstGeom>
        </p:spPr>
      </p:pic>
      <p:pic>
        <p:nvPicPr>
          <p:cNvPr id="31" name="Lá rơi 2" descr="Cánh hoa rơi">    </p:cNvPr>
          <p:cNvPicPr>
            <a:picLocks noChangeAspect="1"/>
          </p:cNvPicPr>
          <p:nvPr/>
        </p:nvPicPr>
        <p:blipFill>
          <a:blip r:embed="rId23"/>
          <a:stretch>
            <a:fillRect/>
          </a:stretch>
        </p:blipFill>
        <p:spPr>
          <a:xfrm>
            <a:off x="8046720" y="-822960"/>
            <a:ext cx="457200" cy="457200"/>
          </a:xfrm>
          <a:prstGeom prst="rect">
            <a:avLst/>
          </a:prstGeom>
        </p:spPr>
      </p:pic>
      <p:pic>
        <p:nvPicPr>
          <p:cNvPr id="32" name="Lá rơi 3" descr="Cánh hoa rơi">    </p:cNvPr>
          <p:cNvPicPr>
            <a:picLocks noChangeAspect="1"/>
          </p:cNvPicPr>
          <p:nvPr/>
        </p:nvPicPr>
        <p:blipFill>
          <a:blip r:embed="rId24"/>
          <a:stretch>
            <a:fillRect/>
          </a:stretch>
        </p:blipFill>
        <p:spPr>
          <a:xfrm>
            <a:off x="10972800" y="-822960"/>
            <a:ext cx="438912" cy="438912"/>
          </a:xfrm>
          <a:prstGeom prst="rect">
            <a:avLst/>
          </a:prstGeom>
        </p:spPr>
      </p:pic>
    </p:spTree>
  </p:cSld>
  <p:clrMapOvr>
    <a:masterClrMapping/>
  </p:clrMapOvr>
  <mc:AlternateContent xmlns:mc="http://schemas.openxmlformats.org/markup-compatibility/2006">
    <mc:Choice xmlns:p15="http://schemas.microsoft.com/office/powerpoint/2012/main" xmlns:p14="http://schemas.microsoft.com/office/powerpoint/2010/main" Requires="p15">
      <p:transition spd="slow" p14:dur="2500">
        <p15:prstTrans prst="curtains"/>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repeatCount="indefinite" fill="hold" nodeType="withEffect">
                                  <p:stCondLst>
                                    <p:cond delay="0"/>
                                  </p:stCondLst>
                                  <p:childTnLst>
                                    <p:animMotion origin="layout" path="M 0 0 C 0.060 0.2 -0.060 0.4 0.024 0.6 C 0.084 0.8 -0.012 1.0 0.048 1.18 E" pathEditMode="relative" ptsTypes="">
                                      <p:cBhvr>
                                        <p:cTn id="6" dur="11000" fill="hold"/>
                                        <p:tgtEl>
                                          <p:spTgt spid="18"/>
                                        </p:tgtEl>
                                        <p:attrNameLst>
                                          <p:attrName>ppt_x</p:attrName>
                                          <p:attrName>ppt_y</p:attrName>
                                        </p:attrNameLst>
                                      </p:cBhvr>
                                    </p:animMotion>
                                  </p:childTnLst>
                                </p:cTn>
                              </p:par>
                              <p:par>
                                <p:cTn id="7" presetID="8" presetClass="emph" presetSubtype="0" repeatCount="indefinite" fill="hold" nodeType="withEffect">
                                  <p:stCondLst>
                                    <p:cond delay="0"/>
                                  </p:stCondLst>
                                  <p:childTnLst>
                                    <p:animRot by="21600000">
                                      <p:cBhvr>
                                        <p:cTn id="8" dur="3500" fill="hold"/>
                                        <p:tgtEl>
                                          <p:spTgt spid="18"/>
                                        </p:tgtEl>
                                        <p:attrNameLst>
                                          <p:attrName>r</p:attrName>
                                        </p:attrNameLst>
                                      </p:cBhvr>
                                    </p:animRot>
                                  </p:childTnLst>
                                </p:cTn>
                              </p:par>
                              <p:par>
                                <p:cTn id="9" presetID="53" presetClass="entr" presetSubtype="16"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p:cTn id="11" dur="900" fill="hold"/>
                                        <p:tgtEl>
                                          <p:spTgt spid="3"/>
                                        </p:tgtEl>
                                        <p:attrNameLst>
                                          <p:attrName>ppt_w</p:attrName>
                                        </p:attrNameLst>
                                      </p:cBhvr>
                                      <p:tavLst>
                                        <p:tav tm="0">
                                          <p:val>
                                            <p:fltVal val="0"/>
                                          </p:val>
                                        </p:tav>
                                        <p:tav tm="100000">
                                          <p:val>
                                            <p:strVal val="#ppt_w"/>
                                          </p:val>
                                        </p:tav>
                                      </p:tavLst>
                                    </p:anim>
                                    <p:anim calcmode="lin" valueType="num">
                                      <p:cBhvr>
                                        <p:cTn id="12" dur="900" fill="hold"/>
                                        <p:tgtEl>
                                          <p:spTgt spid="3"/>
                                        </p:tgtEl>
                                        <p:attrNameLst>
                                          <p:attrName>ppt_h</p:attrName>
                                        </p:attrNameLst>
                                      </p:cBhvr>
                                      <p:tavLst>
                                        <p:tav tm="0">
                                          <p:val>
                                            <p:fltVal val="0"/>
                                          </p:val>
                                        </p:tav>
                                        <p:tav tm="100000">
                                          <p:val>
                                            <p:strVal val="#ppt_h"/>
                                          </p:val>
                                        </p:tav>
                                      </p:tavLst>
                                    </p:anim>
                                    <p:animEffect transition="in" filter="fade">
                                      <p:cBhvr>
                                        <p:cTn id="13" dur="900"/>
                                        <p:tgtEl>
                                          <p:spTgt spid="3"/>
                                        </p:tgtEl>
                                      </p:cBhvr>
                                    </p:animEffect>
                                  </p:childTnLst>
                                </p:cTn>
                              </p:par>
                              <p:par>
                                <p:cTn id="14" presetID="42" presetClass="entr" presetSubtype="0" fill="hold" nodeType="withEffect">
                                  <p:stCondLst>
                                    <p:cond delay="2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1000"/>
                                        <p:tgtEl>
                                          <p:spTgt spid="5"/>
                                        </p:tgtEl>
                                      </p:cBhvr>
                                    </p:animEffect>
                                    <p:anim calcmode="lin" valueType="num">
                                      <p:cBhvr>
                                        <p:cTn id="17" dur="1000" fill="hold"/>
                                        <p:tgtEl>
                                          <p:spTgt spid="5"/>
                                        </p:tgtEl>
                                        <p:attrNameLst>
                                          <p:attrName>ppt_x</p:attrName>
                                        </p:attrNameLst>
                                      </p:cBhvr>
                                      <p:tavLst>
                                        <p:tav tm="0">
                                          <p:val>
                                            <p:strVal val="#ppt_x"/>
                                          </p:val>
                                        </p:tav>
                                        <p:tav tm="100000">
                                          <p:val>
                                            <p:strVal val="#ppt_x"/>
                                          </p:val>
                                        </p:tav>
                                      </p:tavLst>
                                    </p:anim>
                                    <p:anim calcmode="lin" valueType="num">
                                      <p:cBhvr>
                                        <p:cTn id="18" dur="1000" fill="hold"/>
                                        <p:tgtEl>
                                          <p:spTgt spid="5"/>
                                        </p:tgtEl>
                                        <p:attrNameLst>
                                          <p:attrName>ppt_y</p:attrName>
                                        </p:attrNameLst>
                                      </p:cBhvr>
                                      <p:tavLst>
                                        <p:tav tm="0">
                                          <p:val>
                                            <p:strVal val="#ppt_y+.1"/>
                                          </p:val>
                                        </p:tav>
                                        <p:tav tm="100000">
                                          <p:val>
                                            <p:strVal val="#ppt_y"/>
                                          </p:val>
                                        </p:tav>
                                      </p:tavLst>
                                    </p:anim>
                                  </p:childTnLst>
                                </p:cTn>
                              </p:par>
                              <p:par>
                                <p:cTn id="19" presetID="53" presetClass="entr" presetSubtype="16" fill="hold" nodeType="withEffect">
                                  <p:stCondLst>
                                    <p:cond delay="250"/>
                                  </p:stCondLst>
                                  <p:childTnLst>
                                    <p:set>
                                      <p:cBhvr>
                                        <p:cTn id="20" dur="1" fill="hold">
                                          <p:stCondLst>
                                            <p:cond delay="0"/>
                                          </p:stCondLst>
                                        </p:cTn>
                                        <p:tgtEl>
                                          <p:spTgt spid="2"/>
                                        </p:tgtEl>
                                        <p:attrNameLst>
                                          <p:attrName>style.visibility</p:attrName>
                                        </p:attrNameLst>
                                      </p:cBhvr>
                                      <p:to>
                                        <p:strVal val="visible"/>
                                      </p:to>
                                    </p:set>
                                    <p:anim calcmode="lin" valueType="num">
                                      <p:cBhvr>
                                        <p:cTn id="21" dur="900" fill="hold"/>
                                        <p:tgtEl>
                                          <p:spTgt spid="2"/>
                                        </p:tgtEl>
                                        <p:attrNameLst>
                                          <p:attrName>ppt_w</p:attrName>
                                        </p:attrNameLst>
                                      </p:cBhvr>
                                      <p:tavLst>
                                        <p:tav tm="0">
                                          <p:val>
                                            <p:fltVal val="0"/>
                                          </p:val>
                                        </p:tav>
                                        <p:tav tm="100000">
                                          <p:val>
                                            <p:strVal val="#ppt_w"/>
                                          </p:val>
                                        </p:tav>
                                      </p:tavLst>
                                    </p:anim>
                                    <p:anim calcmode="lin" valueType="num">
                                      <p:cBhvr>
                                        <p:cTn id="22" dur="900" fill="hold"/>
                                        <p:tgtEl>
                                          <p:spTgt spid="2"/>
                                        </p:tgtEl>
                                        <p:attrNameLst>
                                          <p:attrName>ppt_h</p:attrName>
                                        </p:attrNameLst>
                                      </p:cBhvr>
                                      <p:tavLst>
                                        <p:tav tm="0">
                                          <p:val>
                                            <p:fltVal val="0"/>
                                          </p:val>
                                        </p:tav>
                                        <p:tav tm="100000">
                                          <p:val>
                                            <p:strVal val="#ppt_h"/>
                                          </p:val>
                                        </p:tav>
                                      </p:tavLst>
                                    </p:anim>
                                    <p:animEffect transition="in" filter="fade">
                                      <p:cBhvr>
                                        <p:cTn id="23" dur="900"/>
                                        <p:tgtEl>
                                          <p:spTgt spid="2"/>
                                        </p:tgtEl>
                                      </p:cBhvr>
                                    </p:animEffect>
                                  </p:childTnLst>
                                </p:cTn>
                              </p:par>
                              <p:par>
                                <p:cTn id="24" presetID="53" presetClass="entr" presetSubtype="16" fill="hold" nodeType="withEffect">
                                  <p:stCondLst>
                                    <p:cond delay="400"/>
                                  </p:stCondLst>
                                  <p:childTnLst>
                                    <p:set>
                                      <p:cBhvr>
                                        <p:cTn id="25" dur="1" fill="hold">
                                          <p:stCondLst>
                                            <p:cond delay="0"/>
                                          </p:stCondLst>
                                        </p:cTn>
                                        <p:tgtEl>
                                          <p:spTgt spid="4"/>
                                        </p:tgtEl>
                                        <p:attrNameLst>
                                          <p:attrName>style.visibility</p:attrName>
                                        </p:attrNameLst>
                                      </p:cBhvr>
                                      <p:to>
                                        <p:strVal val="visible"/>
                                      </p:to>
                                    </p:set>
                                    <p:anim calcmode="lin" valueType="num">
                                      <p:cBhvr>
                                        <p:cTn id="26" dur="900" fill="hold"/>
                                        <p:tgtEl>
                                          <p:spTgt spid="4"/>
                                        </p:tgtEl>
                                        <p:attrNameLst>
                                          <p:attrName>ppt_w</p:attrName>
                                        </p:attrNameLst>
                                      </p:cBhvr>
                                      <p:tavLst>
                                        <p:tav tm="0">
                                          <p:val>
                                            <p:fltVal val="0"/>
                                          </p:val>
                                        </p:tav>
                                        <p:tav tm="100000">
                                          <p:val>
                                            <p:strVal val="#ppt_w"/>
                                          </p:val>
                                        </p:tav>
                                      </p:tavLst>
                                    </p:anim>
                                    <p:anim calcmode="lin" valueType="num">
                                      <p:cBhvr>
                                        <p:cTn id="27" dur="900" fill="hold"/>
                                        <p:tgtEl>
                                          <p:spTgt spid="4"/>
                                        </p:tgtEl>
                                        <p:attrNameLst>
                                          <p:attrName>ppt_h</p:attrName>
                                        </p:attrNameLst>
                                      </p:cBhvr>
                                      <p:tavLst>
                                        <p:tav tm="0">
                                          <p:val>
                                            <p:fltVal val="0"/>
                                          </p:val>
                                        </p:tav>
                                        <p:tav tm="100000">
                                          <p:val>
                                            <p:strVal val="#ppt_h"/>
                                          </p:val>
                                        </p:tav>
                                      </p:tavLst>
                                    </p:anim>
                                    <p:animEffect transition="in" filter="fade">
                                      <p:cBhvr>
                                        <p:cTn id="28" dur="900"/>
                                        <p:tgtEl>
                                          <p:spTgt spid="4"/>
                                        </p:tgtEl>
                                      </p:cBhvr>
                                    </p:animEffect>
                                  </p:childTnLst>
                                </p:cTn>
                              </p:par>
                              <p:par>
                                <p:cTn id="29" presetID="53" presetClass="entr" presetSubtype="16" fill="hold" nodeType="withEffect">
                                  <p:stCondLst>
                                    <p:cond delay="700"/>
                                  </p:stCondLst>
                                  <p:childTnLst>
                                    <p:set>
                                      <p:cBhvr>
                                        <p:cTn id="30" dur="1" fill="hold">
                                          <p:stCondLst>
                                            <p:cond delay="0"/>
                                          </p:stCondLst>
                                        </p:cTn>
                                        <p:tgtEl>
                                          <p:spTgt spid="10"/>
                                        </p:tgtEl>
                                        <p:attrNameLst>
                                          <p:attrName>style.visibility</p:attrName>
                                        </p:attrNameLst>
                                      </p:cBhvr>
                                      <p:to>
                                        <p:strVal val="visible"/>
                                      </p:to>
                                    </p:set>
                                    <p:anim calcmode="lin" valueType="num">
                                      <p:cBhvr>
                                        <p:cTn id="31" dur="500" fill="hold"/>
                                        <p:tgtEl>
                                          <p:spTgt spid="10"/>
                                        </p:tgtEl>
                                        <p:attrNameLst>
                                          <p:attrName>ppt_w</p:attrName>
                                        </p:attrNameLst>
                                      </p:cBhvr>
                                      <p:tavLst>
                                        <p:tav tm="0">
                                          <p:val>
                                            <p:fltVal val="0"/>
                                          </p:val>
                                        </p:tav>
                                        <p:tav tm="100000">
                                          <p:val>
                                            <p:strVal val="#ppt_w"/>
                                          </p:val>
                                        </p:tav>
                                      </p:tavLst>
                                    </p:anim>
                                    <p:anim calcmode="lin" valueType="num">
                                      <p:cBhvr>
                                        <p:cTn id="32" dur="500" fill="hold"/>
                                        <p:tgtEl>
                                          <p:spTgt spid="10"/>
                                        </p:tgtEl>
                                        <p:attrNameLst>
                                          <p:attrName>ppt_h</p:attrName>
                                        </p:attrNameLst>
                                      </p:cBhvr>
                                      <p:tavLst>
                                        <p:tav tm="0">
                                          <p:val>
                                            <p:fltVal val="0"/>
                                          </p:val>
                                        </p:tav>
                                        <p:tav tm="100000">
                                          <p:val>
                                            <p:strVal val="#ppt_h"/>
                                          </p:val>
                                        </p:tav>
                                      </p:tavLst>
                                    </p:anim>
                                    <p:animEffect transition="in" filter="fade">
                                      <p:cBhvr>
                                        <p:cTn id="33" dur="500"/>
                                        <p:tgtEl>
                                          <p:spTgt spid="10"/>
                                        </p:tgtEl>
                                      </p:cBhvr>
                                    </p:animEffect>
                                  </p:childTnLst>
                                </p:cTn>
                              </p:par>
                              <p:par>
                                <p:cTn id="34" presetID="10" presetClass="entr" presetSubtype="0" fill="hold" grpId="0" nodeType="withEffect">
                                  <p:stCondLst>
                                    <p:cond delay="100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600"/>
                                        <p:tgtEl>
                                          <p:spTgt spid="11"/>
                                        </p:tgtEl>
                                      </p:cBhvr>
                                    </p:animEffect>
                                  </p:childTnLst>
                                </p:cTn>
                              </p:par>
                              <p:par>
                                <p:cTn id="37" presetID="0" presetClass="path" presetSubtype="0" repeatCount="indefinite" fill="hold" nodeType="withEffect">
                                  <p:stCondLst>
                                    <p:cond delay="1070"/>
                                  </p:stCondLst>
                                  <p:childTnLst>
                                    <p:animMotion origin="layout" path="M 0 0 C 0.040 0.2 -0.040 0.4 0.016 0.6 C 0.056 0.8 -0.008 1.0 0.032 1.18 E" pathEditMode="relative" ptsTypes="">
                                      <p:cBhvr>
                                        <p:cTn id="38" dur="9300" fill="hold"/>
                                        <p:tgtEl>
                                          <p:spTgt spid="29"/>
                                        </p:tgtEl>
                                        <p:attrNameLst>
                                          <p:attrName>ppt_x</p:attrName>
                                          <p:attrName>ppt_y</p:attrName>
                                        </p:attrNameLst>
                                      </p:cBhvr>
                                    </p:animMotion>
                                  </p:childTnLst>
                                </p:cTn>
                              </p:par>
                              <p:par>
                                <p:cTn id="39" presetID="8" presetClass="emph" presetSubtype="0" repeatCount="indefinite" fill="hold" nodeType="withEffect">
                                  <p:stCondLst>
                                    <p:cond delay="1070"/>
                                  </p:stCondLst>
                                  <p:childTnLst>
                                    <p:animRot by="-21600000">
                                      <p:cBhvr>
                                        <p:cTn id="40" dur="5200" fill="hold"/>
                                        <p:tgtEl>
                                          <p:spTgt spid="29"/>
                                        </p:tgtEl>
                                        <p:attrNameLst>
                                          <p:attrName>r</p:attrName>
                                        </p:attrNameLst>
                                      </p:cBhvr>
                                    </p:animRot>
                                  </p:childTnLst>
                                </p:cTn>
                              </p:par>
                              <p:par>
                                <p:cTn id="41" presetID="8" presetClass="emph" presetSubtype="0" repeatCount="indefinite" fill="hold" nodeType="withEffect">
                                  <p:stCondLst>
                                    <p:cond delay="1100"/>
                                  </p:stCondLst>
                                  <p:childTnLst>
                                    <p:animRot by="21600000">
                                      <p:cBhvr>
                                        <p:cTn id="42" dur="60000" fill="hold"/>
                                        <p:tgtEl>
                                          <p:spTgt spid="3"/>
                                        </p:tgtEl>
                                        <p:attrNameLst>
                                          <p:attrName>r</p:attrName>
                                        </p:attrNameLst>
                                      </p:cBhvr>
                                    </p:animRot>
                                  </p:childTnLst>
                                </p:cTn>
                              </p:par>
                              <p:par>
                                <p:cTn id="43" presetID="8" presetClass="emph" presetSubtype="0" repeatCount="indefinite" fill="hold" nodeType="withEffect">
                                  <p:stCondLst>
                                    <p:cond delay="1100"/>
                                  </p:stCondLst>
                                  <p:childTnLst>
                                    <p:animRot by="-21600000">
                                      <p:cBhvr>
                                        <p:cTn id="44" dur="45000" fill="hold"/>
                                        <p:tgtEl>
                                          <p:spTgt spid="2"/>
                                        </p:tgtEl>
                                        <p:attrNameLst>
                                          <p:attrName>r</p:attrName>
                                        </p:attrNameLst>
                                      </p:cBhvr>
                                    </p:animRot>
                                  </p:childTnLst>
                                </p:cTn>
                              </p:par>
                              <p:par>
                                <p:cTn id="45" presetID="8" presetClass="emph" presetSubtype="0" repeatCount="indefinite" fill="hold" nodeType="withEffect">
                                  <p:stCondLst>
                                    <p:cond delay="1100"/>
                                  </p:stCondLst>
                                  <p:childTnLst>
                                    <p:animRot by="21600000">
                                      <p:cBhvr>
                                        <p:cTn id="46" dur="50000" fill="hold"/>
                                        <p:tgtEl>
                                          <p:spTgt spid="4"/>
                                        </p:tgtEl>
                                        <p:attrNameLst>
                                          <p:attrName>r</p:attrName>
                                        </p:attrNameLst>
                                      </p:cBhvr>
                                    </p:animRot>
                                  </p:childTnLst>
                                </p:cTn>
                              </p:par>
                              <p:par>
                                <p:cTn id="47" presetID="8" presetClass="emph" presetSubtype="0" repeatCount="indefinite" autoRev="1" fill="hold" nodeType="withEffect">
                                  <p:stCondLst>
                                    <p:cond delay="1100"/>
                                  </p:stCondLst>
                                  <p:childTnLst>
                                    <p:animRot by="180000">
                                      <p:cBhvr>
                                        <p:cTn id="48" dur="2600" fill="hold"/>
                                        <p:tgtEl>
                                          <p:spTgt spid="5"/>
                                        </p:tgtEl>
                                        <p:attrNameLst>
                                          <p:attrName>r</p:attrName>
                                        </p:attrNameLst>
                                      </p:cBhvr>
                                    </p:animRot>
                                  </p:childTnLst>
                                </p:cTn>
                              </p:par>
                              <p:par>
                                <p:cTn id="49" presetID="0" presetClass="path" presetSubtype="0" repeatCount="indefinite" fill="hold" nodeType="withEffect">
                                  <p:stCondLst>
                                    <p:cond delay="1220"/>
                                  </p:stCondLst>
                                  <p:childTnLst>
                                    <p:animMotion origin="layout" path="M 0 0 C 0.060 0.2 -0.060 0.4 0.024 0.6 C 0.084 0.8 -0.012 1.0 0.048 1.18 E" pathEditMode="relative" ptsTypes="">
                                      <p:cBhvr>
                                        <p:cTn id="50" dur="10500" fill="hold"/>
                                        <p:tgtEl>
                                          <p:spTgt spid="24"/>
                                        </p:tgtEl>
                                        <p:attrNameLst>
                                          <p:attrName>ppt_x</p:attrName>
                                          <p:attrName>ppt_y</p:attrName>
                                        </p:attrNameLst>
                                      </p:cBhvr>
                                    </p:animMotion>
                                  </p:childTnLst>
                                </p:cTn>
                              </p:par>
                              <p:par>
                                <p:cTn id="51" presetID="8" presetClass="emph" presetSubtype="0" repeatCount="indefinite" fill="hold" nodeType="withEffect">
                                  <p:stCondLst>
                                    <p:cond delay="1220"/>
                                  </p:stCondLst>
                                  <p:childTnLst>
                                    <p:animRot by="21600000">
                                      <p:cBhvr>
                                        <p:cTn id="52" dur="4700" fill="hold"/>
                                        <p:tgtEl>
                                          <p:spTgt spid="24"/>
                                        </p:tgtEl>
                                        <p:attrNameLst>
                                          <p:attrName>r</p:attrName>
                                        </p:attrNameLst>
                                      </p:cBhvr>
                                    </p:animRot>
                                  </p:childTnLst>
                                </p:cTn>
                              </p:par>
                              <p:par>
                                <p:cTn id="53" presetID="0" presetClass="path" presetSubtype="0" repeatCount="indefinite" fill="hold" nodeType="withEffect">
                                  <p:stCondLst>
                                    <p:cond delay="1370"/>
                                  </p:stCondLst>
                                  <p:childTnLst>
                                    <p:animMotion origin="layout" path="M 0 0 C -0.040 0.2 0.040 0.4 -0.016 0.6 C -0.056 0.8 0.008 1.0 -0.032 1.18 E" pathEditMode="relative" ptsTypes="">
                                      <p:cBhvr>
                                        <p:cTn id="54" dur="9500" fill="hold"/>
                                        <p:tgtEl>
                                          <p:spTgt spid="19"/>
                                        </p:tgtEl>
                                        <p:attrNameLst>
                                          <p:attrName>ppt_x</p:attrName>
                                          <p:attrName>ppt_y</p:attrName>
                                        </p:attrNameLst>
                                      </p:cBhvr>
                                    </p:animMotion>
                                  </p:childTnLst>
                                </p:cTn>
                              </p:par>
                              <p:par>
                                <p:cTn id="55" presetID="8" presetClass="emph" presetSubtype="0" repeatCount="indefinite" fill="hold" nodeType="withEffect">
                                  <p:stCondLst>
                                    <p:cond delay="1370"/>
                                  </p:stCondLst>
                                  <p:childTnLst>
                                    <p:animRot by="-21600000">
                                      <p:cBhvr>
                                        <p:cTn id="56" dur="4200" fill="hold"/>
                                        <p:tgtEl>
                                          <p:spTgt spid="19"/>
                                        </p:tgtEl>
                                        <p:attrNameLst>
                                          <p:attrName>r</p:attrName>
                                        </p:attrNameLst>
                                      </p:cBhvr>
                                    </p:animRot>
                                  </p:childTnLst>
                                </p:cTn>
                              </p:par>
                              <p:par>
                                <p:cTn id="57" presetID="22" presetClass="entr" presetSubtype="8" fill="hold" grpId="0" nodeType="withEffect">
                                  <p:stCondLst>
                                    <p:cond delay="1400"/>
                                  </p:stCondLst>
                                  <p:childTnLst>
                                    <p:set>
                                      <p:cBhvr>
                                        <p:cTn id="58" dur="1" fill="hold">
                                          <p:stCondLst>
                                            <p:cond delay="0"/>
                                          </p:stCondLst>
                                        </p:cTn>
                                        <p:tgtEl>
                                          <p:spTgt spid="12"/>
                                        </p:tgtEl>
                                        <p:attrNameLst>
                                          <p:attrName>style.visibility</p:attrName>
                                        </p:attrNameLst>
                                      </p:cBhvr>
                                      <p:to>
                                        <p:strVal val="visible"/>
                                      </p:to>
                                    </p:set>
                                    <p:animEffect transition="in" filter="wipe(left)">
                                      <p:cBhvr>
                                        <p:cTn id="59" dur="1000"/>
                                        <p:tgtEl>
                                          <p:spTgt spid="12"/>
                                        </p:tgtEl>
                                      </p:cBhvr>
                                    </p:animEffect>
                                  </p:childTnLst>
                                </p:cTn>
                              </p:par>
                              <p:par>
                                <p:cTn id="60" presetID="0" presetClass="path" presetSubtype="0" repeatCount="indefinite" fill="hold" nodeType="withEffect">
                                  <p:stCondLst>
                                    <p:cond delay="1500"/>
                                  </p:stCondLst>
                                  <p:childTnLst>
                                    <p:animMotion origin="layout" path="M 0 0 C 0.100 0.2 -0.100 0.4 0.040 0.6 C 0.140 0.8 -0.020 1.0 0.080 1.18 E" pathEditMode="relative" ptsTypes="">
                                      <p:cBhvr>
                                        <p:cTn id="61" dur="13000" fill="hold"/>
                                        <p:tgtEl>
                                          <p:spTgt spid="30"/>
                                        </p:tgtEl>
                                        <p:attrNameLst>
                                          <p:attrName>ppt_x</p:attrName>
                                          <p:attrName>ppt_y</p:attrName>
                                        </p:attrNameLst>
                                      </p:cBhvr>
                                    </p:animMotion>
                                  </p:childTnLst>
                                </p:cTn>
                              </p:par>
                              <p:par>
                                <p:cTn id="62" presetID="8" presetClass="emph" presetSubtype="0" repeatCount="indefinite" fill="hold" nodeType="withEffect">
                                  <p:stCondLst>
                                    <p:cond delay="1500"/>
                                  </p:stCondLst>
                                  <p:childTnLst>
                                    <p:animRot by="21600000">
                                      <p:cBhvr>
                                        <p:cTn id="63" dur="3500" fill="hold"/>
                                        <p:tgtEl>
                                          <p:spTgt spid="30"/>
                                        </p:tgtEl>
                                        <p:attrNameLst>
                                          <p:attrName>r</p:attrName>
                                        </p:attrNameLst>
                                      </p:cBhvr>
                                    </p:animRot>
                                  </p:childTnLst>
                                </p:cTn>
                              </p:par>
                              <p:par>
                                <p:cTn id="64" presetID="53" presetClass="entr" presetSubtype="16" fill="hold" grpId="0" nodeType="withEffect">
                                  <p:stCondLst>
                                    <p:cond delay="2200"/>
                                  </p:stCondLst>
                                  <p:childTnLst>
                                    <p:set>
                                      <p:cBhvr>
                                        <p:cTn id="65" dur="1" fill="hold">
                                          <p:stCondLst>
                                            <p:cond delay="0"/>
                                          </p:stCondLst>
                                        </p:cTn>
                                        <p:tgtEl>
                                          <p:spTgt spid="13"/>
                                        </p:tgtEl>
                                        <p:attrNameLst>
                                          <p:attrName>style.visibility</p:attrName>
                                        </p:attrNameLst>
                                      </p:cBhvr>
                                      <p:to>
                                        <p:strVal val="visible"/>
                                      </p:to>
                                    </p:set>
                                    <p:anim calcmode="lin" valueType="num">
                                      <p:cBhvr>
                                        <p:cTn id="66" dur="600" fill="hold"/>
                                        <p:tgtEl>
                                          <p:spTgt spid="13"/>
                                        </p:tgtEl>
                                        <p:attrNameLst>
                                          <p:attrName>ppt_w</p:attrName>
                                        </p:attrNameLst>
                                      </p:cBhvr>
                                      <p:tavLst>
                                        <p:tav tm="0">
                                          <p:val>
                                            <p:fltVal val="0"/>
                                          </p:val>
                                        </p:tav>
                                        <p:tav tm="100000">
                                          <p:val>
                                            <p:strVal val="#ppt_w"/>
                                          </p:val>
                                        </p:tav>
                                      </p:tavLst>
                                    </p:anim>
                                    <p:anim calcmode="lin" valueType="num">
                                      <p:cBhvr>
                                        <p:cTn id="67" dur="600" fill="hold"/>
                                        <p:tgtEl>
                                          <p:spTgt spid="13"/>
                                        </p:tgtEl>
                                        <p:attrNameLst>
                                          <p:attrName>ppt_h</p:attrName>
                                        </p:attrNameLst>
                                      </p:cBhvr>
                                      <p:tavLst>
                                        <p:tav tm="0">
                                          <p:val>
                                            <p:fltVal val="0"/>
                                          </p:val>
                                        </p:tav>
                                        <p:tav tm="100000">
                                          <p:val>
                                            <p:strVal val="#ppt_h"/>
                                          </p:val>
                                        </p:tav>
                                      </p:tavLst>
                                    </p:anim>
                                    <p:animEffect transition="in" filter="fade">
                                      <p:cBhvr>
                                        <p:cTn id="68" dur="600"/>
                                        <p:tgtEl>
                                          <p:spTgt spid="13"/>
                                        </p:tgtEl>
                                      </p:cBhvr>
                                    </p:animEffect>
                                  </p:childTnLst>
                                </p:cTn>
                              </p:par>
                              <p:par>
                                <p:cTn id="69" presetID="0" presetClass="path" presetSubtype="0" repeatCount="indefinite" fill="hold" nodeType="withEffect">
                                  <p:stCondLst>
                                    <p:cond delay="2590"/>
                                  </p:stCondLst>
                                  <p:childTnLst>
                                    <p:animMotion origin="layout" path="M 0 0 C -0.050 0.2 0.050 0.4 -0.020 0.6 C -0.070 0.8 0.010 1.0 -0.040 1.18 E" pathEditMode="relative" ptsTypes="">
                                      <p:cBhvr>
                                        <p:cTn id="70" dur="12000" fill="hold"/>
                                        <p:tgtEl>
                                          <p:spTgt spid="25"/>
                                        </p:tgtEl>
                                        <p:attrNameLst>
                                          <p:attrName>ppt_x</p:attrName>
                                          <p:attrName>ppt_y</p:attrName>
                                        </p:attrNameLst>
                                      </p:cBhvr>
                                    </p:animMotion>
                                  </p:childTnLst>
                                </p:cTn>
                              </p:par>
                              <p:par>
                                <p:cTn id="71" presetID="8" presetClass="emph" presetSubtype="0" repeatCount="indefinite" fill="hold" nodeType="withEffect">
                                  <p:stCondLst>
                                    <p:cond delay="2590"/>
                                  </p:stCondLst>
                                  <p:childTnLst>
                                    <p:animRot by="-21600000">
                                      <p:cBhvr>
                                        <p:cTn id="72" dur="5400" fill="hold"/>
                                        <p:tgtEl>
                                          <p:spTgt spid="25"/>
                                        </p:tgtEl>
                                        <p:attrNameLst>
                                          <p:attrName>r</p:attrName>
                                        </p:attrNameLst>
                                      </p:cBhvr>
                                    </p:animRot>
                                  </p:childTnLst>
                                </p:cTn>
                              </p:par>
                              <p:par>
                                <p:cTn id="73" presetID="42" presetClass="entr" presetSubtype="0" fill="hold" grpId="0" nodeType="withEffect">
                                  <p:stCondLst>
                                    <p:cond delay="2700"/>
                                  </p:stCondLst>
                                  <p:childTnLst>
                                    <p:set>
                                      <p:cBhvr>
                                        <p:cTn id="74" dur="1" fill="hold">
                                          <p:stCondLst>
                                            <p:cond delay="0"/>
                                          </p:stCondLst>
                                        </p:cTn>
                                        <p:tgtEl>
                                          <p:spTgt spid="14"/>
                                        </p:tgtEl>
                                        <p:attrNameLst>
                                          <p:attrName>style.visibility</p:attrName>
                                        </p:attrNameLst>
                                      </p:cBhvr>
                                      <p:to>
                                        <p:strVal val="visible"/>
                                      </p:to>
                                    </p:set>
                                    <p:animEffect transition="in" filter="fade">
                                      <p:cBhvr>
                                        <p:cTn id="75" dur="700"/>
                                        <p:tgtEl>
                                          <p:spTgt spid="14"/>
                                        </p:tgtEl>
                                      </p:cBhvr>
                                    </p:animEffect>
                                    <p:anim calcmode="lin" valueType="num">
                                      <p:cBhvr>
                                        <p:cTn id="76" dur="700" fill="hold"/>
                                        <p:tgtEl>
                                          <p:spTgt spid="14"/>
                                        </p:tgtEl>
                                        <p:attrNameLst>
                                          <p:attrName>ppt_x</p:attrName>
                                        </p:attrNameLst>
                                      </p:cBhvr>
                                      <p:tavLst>
                                        <p:tav tm="0">
                                          <p:val>
                                            <p:strVal val="#ppt_x"/>
                                          </p:val>
                                        </p:tav>
                                        <p:tav tm="100000">
                                          <p:val>
                                            <p:strVal val="#ppt_x"/>
                                          </p:val>
                                        </p:tav>
                                      </p:tavLst>
                                    </p:anim>
                                    <p:anim calcmode="lin" valueType="num">
                                      <p:cBhvr>
                                        <p:cTn id="77" dur="700" fill="hold"/>
                                        <p:tgtEl>
                                          <p:spTgt spid="14"/>
                                        </p:tgtEl>
                                        <p:attrNameLst>
                                          <p:attrName>ppt_y</p:attrName>
                                        </p:attrNameLst>
                                      </p:cBhvr>
                                      <p:tavLst>
                                        <p:tav tm="0">
                                          <p:val>
                                            <p:strVal val="#ppt_y+.1"/>
                                          </p:val>
                                        </p:tav>
                                        <p:tav tm="100000">
                                          <p:val>
                                            <p:strVal val="#ppt_y"/>
                                          </p:val>
                                        </p:tav>
                                      </p:tavLst>
                                    </p:anim>
                                  </p:childTnLst>
                                </p:cTn>
                              </p:par>
                              <p:par>
                                <p:cTn id="78" presetID="0" presetClass="path" presetSubtype="0" repeatCount="indefinite" fill="hold" nodeType="withEffect">
                                  <p:stCondLst>
                                    <p:cond delay="2740"/>
                                  </p:stCondLst>
                                  <p:childTnLst>
                                    <p:animMotion origin="layout" path="M 0 0 C 0.080 0.2 -0.080 0.4 0.032 0.6 C 0.112 0.8 -0.016 1.0 0.064 1.18 E" pathEditMode="relative" ptsTypes="">
                                      <p:cBhvr>
                                        <p:cTn id="79" dur="12500" fill="hold"/>
                                        <p:tgtEl>
                                          <p:spTgt spid="20"/>
                                        </p:tgtEl>
                                        <p:attrNameLst>
                                          <p:attrName>ppt_x</p:attrName>
                                          <p:attrName>ppt_y</p:attrName>
                                        </p:attrNameLst>
                                      </p:cBhvr>
                                    </p:animMotion>
                                  </p:childTnLst>
                                </p:cTn>
                              </p:par>
                              <p:par>
                                <p:cTn id="80" presetID="8" presetClass="emph" presetSubtype="0" repeatCount="indefinite" fill="hold" nodeType="withEffect">
                                  <p:stCondLst>
                                    <p:cond delay="2740"/>
                                  </p:stCondLst>
                                  <p:childTnLst>
                                    <p:animRot by="21600000">
                                      <p:cBhvr>
                                        <p:cTn id="81" dur="4900" fill="hold"/>
                                        <p:tgtEl>
                                          <p:spTgt spid="20"/>
                                        </p:tgtEl>
                                        <p:attrNameLst>
                                          <p:attrName>r</p:attrName>
                                        </p:attrNameLst>
                                      </p:cBhvr>
                                    </p:animRot>
                                  </p:childTnLst>
                                </p:cTn>
                              </p:par>
                              <p:par>
                                <p:cTn id="82" presetID="0" presetClass="path" presetSubtype="0" repeatCount="indefinite" fill="hold" nodeType="withEffect">
                                  <p:stCondLst>
                                    <p:cond delay="2870"/>
                                  </p:stCondLst>
                                  <p:childTnLst>
                                    <p:animMotion origin="layout" path="M 0 0 C -0.090 0.2 0.090 0.4 -0.036 0.6 C -0.126 0.8 0.018 1.0 -0.072 1.18 E" pathEditMode="relative" ptsTypes="">
                                      <p:cBhvr>
                                        <p:cTn id="83" dur="14000" fill="hold"/>
                                        <p:tgtEl>
                                          <p:spTgt spid="31"/>
                                        </p:tgtEl>
                                        <p:attrNameLst>
                                          <p:attrName>ppt_x</p:attrName>
                                          <p:attrName>ppt_y</p:attrName>
                                        </p:attrNameLst>
                                      </p:cBhvr>
                                    </p:animMotion>
                                  </p:childTnLst>
                                </p:cTn>
                              </p:par>
                              <p:par>
                                <p:cTn id="84" presetID="8" presetClass="emph" presetSubtype="0" repeatCount="indefinite" fill="hold" nodeType="withEffect">
                                  <p:stCondLst>
                                    <p:cond delay="2870"/>
                                  </p:stCondLst>
                                  <p:childTnLst>
                                    <p:animRot by="-21600000">
                                      <p:cBhvr>
                                        <p:cTn id="85" dur="4200" fill="hold"/>
                                        <p:tgtEl>
                                          <p:spTgt spid="31"/>
                                        </p:tgtEl>
                                        <p:attrNameLst>
                                          <p:attrName>r</p:attrName>
                                        </p:attrNameLst>
                                      </p:cBhvr>
                                    </p:animRot>
                                  </p:childTnLst>
                                </p:cTn>
                              </p:par>
                              <p:par>
                                <p:cTn id="86" presetID="53" presetClass="entr" presetSubtype="16" fill="hold" grpId="0" nodeType="withEffect">
                                  <p:stCondLst>
                                    <p:cond delay="3300"/>
                                  </p:stCondLst>
                                  <p:childTnLst>
                                    <p:set>
                                      <p:cBhvr>
                                        <p:cTn id="87" dur="1" fill="hold">
                                          <p:stCondLst>
                                            <p:cond delay="0"/>
                                          </p:stCondLst>
                                        </p:cTn>
                                        <p:tgtEl>
                                          <p:spTgt spid="15"/>
                                        </p:tgtEl>
                                        <p:attrNameLst>
                                          <p:attrName>style.visibility</p:attrName>
                                        </p:attrNameLst>
                                      </p:cBhvr>
                                      <p:to>
                                        <p:strVal val="visible"/>
                                      </p:to>
                                    </p:set>
                                    <p:anim calcmode="lin" valueType="num">
                                      <p:cBhvr>
                                        <p:cTn id="88" dur="500" fill="hold"/>
                                        <p:tgtEl>
                                          <p:spTgt spid="15"/>
                                        </p:tgtEl>
                                        <p:attrNameLst>
                                          <p:attrName>ppt_w</p:attrName>
                                        </p:attrNameLst>
                                      </p:cBhvr>
                                      <p:tavLst>
                                        <p:tav tm="0">
                                          <p:val>
                                            <p:fltVal val="0"/>
                                          </p:val>
                                        </p:tav>
                                        <p:tav tm="100000">
                                          <p:val>
                                            <p:strVal val="#ppt_w"/>
                                          </p:val>
                                        </p:tav>
                                      </p:tavLst>
                                    </p:anim>
                                    <p:anim calcmode="lin" valueType="num">
                                      <p:cBhvr>
                                        <p:cTn id="89" dur="500" fill="hold"/>
                                        <p:tgtEl>
                                          <p:spTgt spid="15"/>
                                        </p:tgtEl>
                                        <p:attrNameLst>
                                          <p:attrName>ppt_h</p:attrName>
                                        </p:attrNameLst>
                                      </p:cBhvr>
                                      <p:tavLst>
                                        <p:tav tm="0">
                                          <p:val>
                                            <p:fltVal val="0"/>
                                          </p:val>
                                        </p:tav>
                                        <p:tav tm="100000">
                                          <p:val>
                                            <p:strVal val="#ppt_h"/>
                                          </p:val>
                                        </p:tav>
                                      </p:tavLst>
                                    </p:anim>
                                    <p:animEffect transition="in" filter="fade">
                                      <p:cBhvr>
                                        <p:cTn id="90" dur="500"/>
                                        <p:tgtEl>
                                          <p:spTgt spid="15"/>
                                        </p:tgtEl>
                                      </p:cBhvr>
                                    </p:animEffect>
                                  </p:childTnLst>
                                </p:cTn>
                              </p:par>
                              <p:par>
                                <p:cTn id="91" presetID="10" presetClass="entr" presetSubtype="0" fill="hold" grpId="0" nodeType="withEffect">
                                  <p:stCondLst>
                                    <p:cond delay="3700"/>
                                  </p:stCondLst>
                                  <p:childTnLst>
                                    <p:set>
                                      <p:cBhvr>
                                        <p:cTn id="92" dur="1" fill="hold">
                                          <p:stCondLst>
                                            <p:cond delay="0"/>
                                          </p:stCondLst>
                                        </p:cTn>
                                        <p:tgtEl>
                                          <p:spTgt spid="16"/>
                                        </p:tgtEl>
                                        <p:attrNameLst>
                                          <p:attrName>style.visibility</p:attrName>
                                        </p:attrNameLst>
                                      </p:cBhvr>
                                      <p:to>
                                        <p:strVal val="visible"/>
                                      </p:to>
                                    </p:set>
                                    <p:animEffect transition="in" filter="fade">
                                      <p:cBhvr>
                                        <p:cTn id="93" dur="700"/>
                                        <p:tgtEl>
                                          <p:spTgt spid="16"/>
                                        </p:tgtEl>
                                      </p:cBhvr>
                                    </p:animEffect>
                                  </p:childTnLst>
                                </p:cTn>
                              </p:par>
                              <p:par>
                                <p:cTn id="94" presetID="0" presetClass="path" presetSubtype="0" repeatCount="indefinite" fill="hold" nodeType="withEffect">
                                  <p:stCondLst>
                                    <p:cond delay="3960"/>
                                  </p:stCondLst>
                                  <p:childTnLst>
                                    <p:animMotion origin="layout" path="M 0 0 C 0.070 0.2 -0.070 0.4 0.028 0.6 C 0.098 0.8 -0.014 1.0 0.056 1.18 E" pathEditMode="relative" ptsTypes="">
                                      <p:cBhvr>
                                        <p:cTn id="95" dur="9800" fill="hold"/>
                                        <p:tgtEl>
                                          <p:spTgt spid="26"/>
                                        </p:tgtEl>
                                        <p:attrNameLst>
                                          <p:attrName>ppt_x</p:attrName>
                                          <p:attrName>ppt_y</p:attrName>
                                        </p:attrNameLst>
                                      </p:cBhvr>
                                    </p:animMotion>
                                  </p:childTnLst>
                                </p:cTn>
                              </p:par>
                              <p:par>
                                <p:cTn id="96" presetID="8" presetClass="emph" presetSubtype="0" repeatCount="indefinite" fill="hold" nodeType="withEffect">
                                  <p:stCondLst>
                                    <p:cond delay="3960"/>
                                  </p:stCondLst>
                                  <p:childTnLst>
                                    <p:animRot by="21600000">
                                      <p:cBhvr>
                                        <p:cTn id="97" dur="6100" fill="hold"/>
                                        <p:tgtEl>
                                          <p:spTgt spid="26"/>
                                        </p:tgtEl>
                                        <p:attrNameLst>
                                          <p:attrName>r</p:attrName>
                                        </p:attrNameLst>
                                      </p:cBhvr>
                                    </p:animRot>
                                  </p:childTnLst>
                                </p:cTn>
                              </p:par>
                              <p:par>
                                <p:cTn id="98" presetID="0" presetClass="path" presetSubtype="0" repeatCount="indefinite" fill="hold" nodeType="withEffect">
                                  <p:stCondLst>
                                    <p:cond delay="4110"/>
                                  </p:stCondLst>
                                  <p:childTnLst>
                                    <p:animMotion origin="layout" path="M 0 0 C -0.060 0.2 0.060 0.4 -0.024 0.6 C -0.084 0.8 0.012 1.0 -0.048 1.18 E" pathEditMode="relative" ptsTypes="">
                                      <p:cBhvr>
                                        <p:cTn id="99" dur="10000" fill="hold"/>
                                        <p:tgtEl>
                                          <p:spTgt spid="21"/>
                                        </p:tgtEl>
                                        <p:attrNameLst>
                                          <p:attrName>ppt_x</p:attrName>
                                          <p:attrName>ppt_y</p:attrName>
                                        </p:attrNameLst>
                                      </p:cBhvr>
                                    </p:animMotion>
                                  </p:childTnLst>
                                </p:cTn>
                              </p:par>
                              <p:par>
                                <p:cTn id="100" presetID="8" presetClass="emph" presetSubtype="0" repeatCount="indefinite" fill="hold" nodeType="withEffect">
                                  <p:stCondLst>
                                    <p:cond delay="4110"/>
                                  </p:stCondLst>
                                  <p:childTnLst>
                                    <p:animRot by="-21600000">
                                      <p:cBhvr>
                                        <p:cTn id="101" dur="5600" fill="hold"/>
                                        <p:tgtEl>
                                          <p:spTgt spid="21"/>
                                        </p:tgtEl>
                                        <p:attrNameLst>
                                          <p:attrName>r</p:attrName>
                                        </p:attrNameLst>
                                      </p:cBhvr>
                                    </p:animRot>
                                  </p:childTnLst>
                                </p:cTn>
                              </p:par>
                              <p:par>
                                <p:cTn id="102" presetID="0" presetClass="path" presetSubtype="0" repeatCount="indefinite" fill="hold" nodeType="withEffect">
                                  <p:stCondLst>
                                    <p:cond delay="4240"/>
                                  </p:stCondLst>
                                  <p:childTnLst>
                                    <p:animMotion origin="layout" path="M 0 0 C -0.120 0.2 0.120 0.4 -0.048 0.6 C -0.168 0.8 0.024 1.0 -0.096 1.18 E" pathEditMode="relative" ptsTypes="">
                                      <p:cBhvr>
                                        <p:cTn id="103" dur="12500" fill="hold"/>
                                        <p:tgtEl>
                                          <p:spTgt spid="32"/>
                                        </p:tgtEl>
                                        <p:attrNameLst>
                                          <p:attrName>ppt_x</p:attrName>
                                          <p:attrName>ppt_y</p:attrName>
                                        </p:attrNameLst>
                                      </p:cBhvr>
                                    </p:animMotion>
                                  </p:childTnLst>
                                </p:cTn>
                              </p:par>
                              <p:par>
                                <p:cTn id="104" presetID="8" presetClass="emph" presetSubtype="0" repeatCount="indefinite" fill="hold" nodeType="withEffect">
                                  <p:stCondLst>
                                    <p:cond delay="4240"/>
                                  </p:stCondLst>
                                  <p:childTnLst>
                                    <p:animRot by="21600000">
                                      <p:cBhvr>
                                        <p:cTn id="105" dur="4900" fill="hold"/>
                                        <p:tgtEl>
                                          <p:spTgt spid="32"/>
                                        </p:tgtEl>
                                        <p:attrNameLst>
                                          <p:attrName>r</p:attrName>
                                        </p:attrNameLst>
                                      </p:cBhvr>
                                    </p:animRot>
                                  </p:childTnLst>
                                </p:cTn>
                              </p:par>
                              <p:par>
                                <p:cTn id="106" presetID="6" presetClass="emph" presetSubtype="0" repeatCount="indefinite" autoRev="1" fill="hold" grpId="1" nodeType="withEffect">
                                  <p:stCondLst>
                                    <p:cond delay="4400"/>
                                  </p:stCondLst>
                                  <p:childTnLst>
                                    <p:animScale>
                                      <p:cBhvr>
                                        <p:cTn id="107" dur="800" fill="hold"/>
                                        <p:tgtEl>
                                          <p:spTgt spid="15"/>
                                        </p:tgtEl>
                                      </p:cBhvr>
                                      <p:by x="106000" y="106000"/>
                                    </p:animScale>
                                  </p:childTnLst>
                                </p:cTn>
                              </p:par>
                              <p:par>
                                <p:cTn id="108" presetID="0" presetClass="path" presetSubtype="0" repeatCount="indefinite" fill="hold" nodeType="withEffect">
                                  <p:stCondLst>
                                    <p:cond delay="5330"/>
                                  </p:stCondLst>
                                  <p:childTnLst>
                                    <p:animMotion origin="layout" path="M 0 0 C -0.080 0.2 0.080 0.4 -0.032 0.6 C -0.112 0.8 0.016 1.0 -0.064 1.18 E" pathEditMode="relative" ptsTypes="">
                                      <p:cBhvr>
                                        <p:cTn id="109" dur="11200" fill="hold"/>
                                        <p:tgtEl>
                                          <p:spTgt spid="27"/>
                                        </p:tgtEl>
                                        <p:attrNameLst>
                                          <p:attrName>ppt_x</p:attrName>
                                          <p:attrName>ppt_y</p:attrName>
                                        </p:attrNameLst>
                                      </p:cBhvr>
                                    </p:animMotion>
                                  </p:childTnLst>
                                </p:cTn>
                              </p:par>
                              <p:par>
                                <p:cTn id="110" presetID="8" presetClass="emph" presetSubtype="0" repeatCount="indefinite" fill="hold" nodeType="withEffect">
                                  <p:stCondLst>
                                    <p:cond delay="5330"/>
                                  </p:stCondLst>
                                  <p:childTnLst>
                                    <p:animRot by="-21600000">
                                      <p:cBhvr>
                                        <p:cTn id="111" dur="3800" fill="hold"/>
                                        <p:tgtEl>
                                          <p:spTgt spid="27"/>
                                        </p:tgtEl>
                                        <p:attrNameLst>
                                          <p:attrName>r</p:attrName>
                                        </p:attrNameLst>
                                      </p:cBhvr>
                                    </p:animRot>
                                  </p:childTnLst>
                                </p:cTn>
                              </p:par>
                              <p:par>
                                <p:cTn id="112" presetID="0" presetClass="path" presetSubtype="0" repeatCount="indefinite" fill="hold" nodeType="withEffect">
                                  <p:stCondLst>
                                    <p:cond delay="5480"/>
                                  </p:stCondLst>
                                  <p:childTnLst>
                                    <p:animMotion origin="layout" path="M 0 0 C 0.050 0.2 -0.050 0.4 0.020 0.6 C 0.070 0.8 -0.010 1.0 0.040 1.18 E" pathEditMode="relative" ptsTypes="">
                                      <p:cBhvr>
                                        <p:cTn id="113" dur="9000" fill="hold"/>
                                        <p:tgtEl>
                                          <p:spTgt spid="22"/>
                                        </p:tgtEl>
                                        <p:attrNameLst>
                                          <p:attrName>ppt_x</p:attrName>
                                          <p:attrName>ppt_y</p:attrName>
                                        </p:attrNameLst>
                                      </p:cBhvr>
                                    </p:animMotion>
                                  </p:childTnLst>
                                </p:cTn>
                              </p:par>
                              <p:par>
                                <p:cTn id="114" presetID="8" presetClass="emph" presetSubtype="0" repeatCount="indefinite" fill="hold" nodeType="withEffect">
                                  <p:stCondLst>
                                    <p:cond delay="5480"/>
                                  </p:stCondLst>
                                  <p:childTnLst>
                                    <p:animRot by="21600000">
                                      <p:cBhvr>
                                        <p:cTn id="115" dur="6300" fill="hold"/>
                                        <p:tgtEl>
                                          <p:spTgt spid="22"/>
                                        </p:tgtEl>
                                        <p:attrNameLst>
                                          <p:attrName>r</p:attrName>
                                        </p:attrNameLst>
                                      </p:cBhvr>
                                    </p:animRot>
                                  </p:childTnLst>
                                </p:cTn>
                              </p:par>
                              <p:par>
                                <p:cTn id="116" presetID="0" presetClass="path" presetSubtype="0" repeatCount="indefinite" fill="hold" nodeType="withEffect">
                                  <p:stCondLst>
                                    <p:cond delay="6700"/>
                                  </p:stCondLst>
                                  <p:childTnLst>
                                    <p:animMotion origin="layout" path="M 0 0 C -0.040 0.2 0.040 0.4 -0.016 0.6 C -0.056 0.8 0.008 1.0 -0.032 1.18 E" pathEditMode="relative" ptsTypes="">
                                      <p:cBhvr>
                                        <p:cTn id="117" dur="10200" fill="hold"/>
                                        <p:tgtEl>
                                          <p:spTgt spid="28"/>
                                        </p:tgtEl>
                                        <p:attrNameLst>
                                          <p:attrName>ppt_x</p:attrName>
                                          <p:attrName>ppt_y</p:attrName>
                                        </p:attrNameLst>
                                      </p:cBhvr>
                                    </p:animMotion>
                                  </p:childTnLst>
                                </p:cTn>
                              </p:par>
                              <p:par>
                                <p:cTn id="118" presetID="8" presetClass="emph" presetSubtype="0" repeatCount="indefinite" fill="hold" nodeType="withEffect">
                                  <p:stCondLst>
                                    <p:cond delay="6700"/>
                                  </p:stCondLst>
                                  <p:childTnLst>
                                    <p:animRot by="21600000">
                                      <p:cBhvr>
                                        <p:cTn id="119" dur="4500" fill="hold"/>
                                        <p:tgtEl>
                                          <p:spTgt spid="28"/>
                                        </p:tgtEl>
                                        <p:attrNameLst>
                                          <p:attrName>r</p:attrName>
                                        </p:attrNameLst>
                                      </p:cBhvr>
                                    </p:animRot>
                                  </p:childTnLst>
                                </p:cTn>
                              </p:par>
                              <p:par>
                                <p:cTn id="120" presetID="0" presetClass="path" presetSubtype="0" repeatCount="indefinite" fill="hold" nodeType="withEffect">
                                  <p:stCondLst>
                                    <p:cond delay="6850"/>
                                  </p:stCondLst>
                                  <p:childTnLst>
                                    <p:animMotion origin="layout" path="M 0 0 C -0.070 0.2 0.070 0.4 -0.028 0.6 C -0.098 0.8 0.014 1.0 -0.056 1.18 E" pathEditMode="relative" ptsTypes="">
                                      <p:cBhvr>
                                        <p:cTn id="121" dur="11500" fill="hold"/>
                                        <p:tgtEl>
                                          <p:spTgt spid="23"/>
                                        </p:tgtEl>
                                        <p:attrNameLst>
                                          <p:attrName>ppt_x</p:attrName>
                                          <p:attrName>ppt_y</p:attrName>
                                        </p:attrNameLst>
                                      </p:cBhvr>
                                    </p:animMotion>
                                  </p:childTnLst>
                                </p:cTn>
                              </p:par>
                              <p:par>
                                <p:cTn id="122" presetID="8" presetClass="emph" presetSubtype="0" repeatCount="indefinite" fill="hold" nodeType="withEffect">
                                  <p:stCondLst>
                                    <p:cond delay="6850"/>
                                  </p:stCondLst>
                                  <p:childTnLst>
                                    <p:animRot by="-21600000">
                                      <p:cBhvr>
                                        <p:cTn id="123" dur="4000" fill="hold"/>
                                        <p:tgtEl>
                                          <p:spTgt spid="2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5"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hongdao" descr="Hoa trang trí">    </p:cNvPr>
          <p:cNvPicPr>
            <a:picLocks noChangeAspect="1"/>
          </p:cNvPicPr>
          <p:nvPr/>
        </p:nvPicPr>
        <p:blipFill>
          <a:blip r:embed="rId1"/>
          <a:stretch>
            <a:fillRect/>
          </a:stretch>
        </p:blipFill>
        <p:spPr>
          <a:xfrm>
            <a:off x="10607040" y="5074920"/>
            <a:ext cx="2194560" cy="2194560"/>
          </a:xfrm>
          <a:prstGeom prst="rect">
            <a:avLst/>
          </a:prstGeom>
        </p:spPr>
      </p:pic>
      <p:pic>
        <p:nvPicPr>
          <p:cNvPr id="3" name="!!hong" descr="Hoa trang trí">    </p:cNvPr>
          <p:cNvPicPr>
            <a:picLocks noChangeAspect="1"/>
          </p:cNvPicPr>
          <p:nvPr/>
        </p:nvPicPr>
        <p:blipFill>
          <a:blip r:embed="rId2"/>
          <a:stretch>
            <a:fillRect/>
          </a:stretch>
        </p:blipFill>
        <p:spPr>
          <a:xfrm>
            <a:off x="9692640" y="-1554480"/>
            <a:ext cx="3474720" cy="3474720"/>
          </a:xfrm>
          <a:prstGeom prst="rect">
            <a:avLst/>
          </a:prstGeom>
        </p:spPr>
      </p:pic>
      <p:pic>
        <p:nvPicPr>
          <p:cNvPr id="4" name="!!sen" descr="Hoa trang trí">    </p:cNvPr>
          <p:cNvPicPr>
            <a:picLocks noChangeAspect="1"/>
          </p:cNvPicPr>
          <p:nvPr/>
        </p:nvPicPr>
        <p:blipFill>
          <a:blip r:embed="rId3"/>
          <a:stretch>
            <a:fillRect/>
          </a:stretch>
        </p:blipFill>
        <p:spPr>
          <a:xfrm rot="-90000">
            <a:off x="-411480" y="1783080"/>
            <a:ext cx="5303520" cy="5303520"/>
          </a:xfrm>
          <a:prstGeom prst="rect">
            <a:avLst/>
          </a:prstGeom>
        </p:spPr>
      </p:pic>
      <p:sp>
        <p:nvSpPr>
          <p:cNvPr id="5" name="Khung lời chúc"/>
          <p:cNvSpPr/>
          <p:nvPr/>
        </p:nvSpPr>
        <p:spPr>
          <a:xfrm>
            <a:off x="5394960" y="1188720"/>
            <a:ext cx="6217920" cy="5029200"/>
          </a:xfrm>
          <a:prstGeom prst="roundRect">
            <a:avLst>
              <a:gd name="adj" fmla="val 4545"/>
            </a:avLst>
          </a:prstGeom>
          <a:solidFill>
            <a:schemeClr val="bg1">
              <a:alpha val="88000"/>
            </a:schemeClr>
          </a:solidFill>
          <a:ln w="19050">
            <a:solidFill>
              <a:schemeClr val="accent6"/>
            </a:solidFill>
            <a:prstDash val="solid"/>
          </a:ln>
          <a:effectLst>
            <a:outerShdw sx="100000" sy="100000" kx="0" ky="0" algn="bl" rotWithShape="0" blurRad="203200" dist="50800" dir="5400000">
              <a:srgbClr val="B0436B">
                <a:alpha val="18000"/>
              </a:srgbClr>
            </a:outerShdw>
          </a:effectLst>
        </p:spPr>
      </p:sp>
      <p:pic>
        <p:nvPicPr>
          <p:cNvPr id="6" name="Trái tim" descr="Trái tim">    </p:cNvPr>
          <p:cNvPicPr>
            <a:picLocks noChangeAspect="1"/>
          </p:cNvPicPr>
          <p:nvPr/>
        </p:nvPicPr>
        <p:blipFill>
          <a:blip r:embed="rId4"/>
          <a:stretch>
            <a:fillRect/>
          </a:stretch>
        </p:blipFill>
        <p:spPr>
          <a:xfrm>
            <a:off x="5852160" y="1755648"/>
            <a:ext cx="384048" cy="384048"/>
          </a:xfrm>
          <a:prstGeom prst="rect">
            <a:avLst/>
          </a:prstGeom>
        </p:spPr>
      </p:pic>
      <p:sp>
        <p:nvSpPr>
          <p:cNvPr id="7" name="Lời mở"/>
          <p:cNvSpPr txBox="1"/>
          <p:nvPr/>
        </p:nvSpPr>
        <p:spPr>
          <a:xfrm>
            <a:off x="6355080" y="1517904"/>
            <a:ext cx="4983480" cy="868680"/>
          </a:xfrm>
          <a:prstGeom prst="rect">
            <a:avLst/>
          </a:prstGeom>
          <a:noFill/>
          <a:ln/>
        </p:spPr>
        <p:txBody>
          <a:bodyPr wrap="square" lIns="0" tIns="0" rIns="0" bIns="0" rtlCol="0" anchor="ctr"/>
          <a:lstStyle/>
          <a:p>
            <a:pPr indent="0" marL="0">
              <a:buNone/>
            </a:pPr>
            <a:r>
              <a:rPr lang="en-US" sz="2200" b="1" i="1" dirty="0">
                <a:solidFill>
                  <a:schemeClr val="tx2"/>
                </a:solidFill>
                <a:latin typeface="Cambria" pitchFamily="34" charset="0"/>
                <a:ea typeface="Cambria" pitchFamily="34" charset="-122"/>
                <a:cs typeface="Cambria" pitchFamily="34" charset="-120"/>
              </a:rPr>
              <a:t>Thân gửi các chị em phụ nữ HAWASUCO,</a:t>
            </a:r>
            <a:endParaRPr lang="en-US" sz="2200" dirty="0"/>
          </a:p>
        </p:txBody>
      </p:sp>
      <p:sp>
        <p:nvSpPr>
          <p:cNvPr id="8" name="Lời chúc"/>
          <p:cNvSpPr txBox="1"/>
          <p:nvPr/>
        </p:nvSpPr>
        <p:spPr>
          <a:xfrm>
            <a:off x="5852160" y="2560320"/>
            <a:ext cx="5349240" cy="2697480"/>
          </a:xfrm>
          <a:prstGeom prst="rect">
            <a:avLst/>
          </a:prstGeom>
          <a:noFill/>
          <a:ln/>
        </p:spPr>
        <p:txBody>
          <a:bodyPr wrap="square" lIns="0" tIns="0" rIns="0" bIns="0" rtlCol="0" anchor="t"/>
          <a:lstStyle/>
          <a:p>
            <a:pPr indent="0" marL="0">
              <a:lnSpc>
                <a:spcPct val="112000"/>
              </a:lnSpc>
              <a:spcAft>
                <a:spcPts val="1200"/>
              </a:spcAft>
              <a:buNone/>
            </a:pPr>
            <a:r>
              <a:rPr lang="en-US" sz="1800" dirty="0">
                <a:solidFill>
                  <a:schemeClr val="tx1"/>
                </a:solidFill>
              </a:rPr>
              <a:t>Nhân kỷ niệm 96 năm Ngày Phụ nữ Việt Nam (20/10/1930 – 20/10/2026), Ban Giám đốc và Ban Chấp hành Công đoàn Công ty xin gửi tới toàn thể chị em lời chúc mừng tốt đẹp nhất.</a:t>
            </a:r>
            <a:endParaRPr lang="en-US" sz="1800" dirty="0"/>
          </a:p>
          <a:p>
            <a:pPr indent="0" marL="0">
              <a:lnSpc>
                <a:spcPct val="112000"/>
              </a:lnSpc>
              <a:buNone/>
            </a:pPr>
            <a:r>
              <a:rPr lang="en-US" sz="1800" dirty="0">
                <a:solidFill>
                  <a:schemeClr val="tx1"/>
                </a:solidFill>
              </a:rPr>
              <a:t>Chúc các chị em luôn mạnh khỏe, xinh đẹp, hạnh phúc – là điểm tựa vững chắc của mỗi gia đình và là niềm tự hào của tập thể HAWASUCO!</a:t>
            </a:r>
            <a:endParaRPr lang="en-US" sz="1800" dirty="0"/>
          </a:p>
        </p:txBody>
      </p:sp>
      <p:sp>
        <p:nvSpPr>
          <p:cNvPr id="9" name="Ký tên"/>
          <p:cNvSpPr txBox="1"/>
          <p:nvPr/>
        </p:nvSpPr>
        <p:spPr>
          <a:xfrm>
            <a:off x="5852160" y="5440680"/>
            <a:ext cx="5349240" cy="457200"/>
          </a:xfrm>
          <a:prstGeom prst="rect">
            <a:avLst/>
          </a:prstGeom>
          <a:noFill/>
          <a:ln/>
        </p:spPr>
        <p:txBody>
          <a:bodyPr wrap="square" lIns="0" tIns="0" rIns="0" bIns="0" rtlCol="0" anchor="ctr"/>
          <a:lstStyle/>
          <a:p>
            <a:pPr algn="r" indent="0" marL="0">
              <a:buNone/>
            </a:pPr>
            <a:r>
              <a:rPr lang="en-US" sz="1800" i="1" dirty="0">
                <a:solidFill>
                  <a:schemeClr val="accent1"/>
                </a:solidFill>
                <a:latin typeface="Cambria" pitchFamily="34" charset="0"/>
                <a:ea typeface="Cambria" pitchFamily="34" charset="-122"/>
                <a:cs typeface="Cambria" pitchFamily="34" charset="-120"/>
              </a:rPr>
              <a:t>Ban Chấp hành Công đoàn Công ty</a:t>
            </a:r>
            <a:endParaRPr lang="en-US" sz="1800" dirty="0"/>
          </a:p>
        </p:txBody>
      </p:sp>
      <p:pic>
        <p:nvPicPr>
          <p:cNvPr id="11" name="Cánh hoa rơi 1" descr="Cánh hoa rơi">    </p:cNvPr>
          <p:cNvPicPr>
            <a:picLocks noChangeAspect="1"/>
          </p:cNvPicPr>
          <p:nvPr/>
        </p:nvPicPr>
        <p:blipFill>
          <a:blip r:embed="rId5"/>
          <a:stretch>
            <a:fillRect/>
          </a:stretch>
        </p:blipFill>
        <p:spPr>
          <a:xfrm>
            <a:off x="548640" y="-822960"/>
            <a:ext cx="384048" cy="384048"/>
          </a:xfrm>
          <a:prstGeom prst="rect">
            <a:avLst/>
          </a:prstGeom>
        </p:spPr>
      </p:pic>
      <p:pic>
        <p:nvPicPr>
          <p:cNvPr id="12" name="Cánh hoa rơi 2" descr="Cánh hoa rơi">    </p:cNvPr>
          <p:cNvPicPr>
            <a:picLocks noChangeAspect="1"/>
          </p:cNvPicPr>
          <p:nvPr/>
        </p:nvPicPr>
        <p:blipFill>
          <a:blip r:embed="rId6"/>
          <a:stretch>
            <a:fillRect/>
          </a:stretch>
        </p:blipFill>
        <p:spPr>
          <a:xfrm>
            <a:off x="1737360" y="-822960"/>
            <a:ext cx="310896" cy="310896"/>
          </a:xfrm>
          <a:prstGeom prst="rect">
            <a:avLst/>
          </a:prstGeom>
        </p:spPr>
      </p:pic>
      <p:pic>
        <p:nvPicPr>
          <p:cNvPr id="13" name="Cánh hoa rơi 3" descr="Cánh hoa rơi">    </p:cNvPr>
          <p:cNvPicPr>
            <a:picLocks noChangeAspect="1"/>
          </p:cNvPicPr>
          <p:nvPr/>
        </p:nvPicPr>
        <p:blipFill>
          <a:blip r:embed="rId7"/>
          <a:stretch>
            <a:fillRect/>
          </a:stretch>
        </p:blipFill>
        <p:spPr>
          <a:xfrm>
            <a:off x="2834640" y="-822960"/>
            <a:ext cx="420624" cy="420624"/>
          </a:xfrm>
          <a:prstGeom prst="rect">
            <a:avLst/>
          </a:prstGeom>
        </p:spPr>
      </p:pic>
      <p:pic>
        <p:nvPicPr>
          <p:cNvPr id="14" name="Cánh hoa rơi 4" descr="Cánh hoa rơi">    </p:cNvPr>
          <p:cNvPicPr>
            <a:picLocks noChangeAspect="1"/>
          </p:cNvPicPr>
          <p:nvPr/>
        </p:nvPicPr>
        <p:blipFill>
          <a:blip r:embed="rId8"/>
          <a:stretch>
            <a:fillRect/>
          </a:stretch>
        </p:blipFill>
        <p:spPr>
          <a:xfrm>
            <a:off x="3931920" y="-822960"/>
            <a:ext cx="329184" cy="329184"/>
          </a:xfrm>
          <a:prstGeom prst="rect">
            <a:avLst/>
          </a:prstGeom>
        </p:spPr>
      </p:pic>
      <p:pic>
        <p:nvPicPr>
          <p:cNvPr id="15" name="Cánh hoa rơi 5" descr="Cánh hoa rơi">    </p:cNvPr>
          <p:cNvPicPr>
            <a:picLocks noChangeAspect="1"/>
          </p:cNvPicPr>
          <p:nvPr/>
        </p:nvPicPr>
        <p:blipFill>
          <a:blip r:embed="rId9"/>
          <a:stretch>
            <a:fillRect/>
          </a:stretch>
        </p:blipFill>
        <p:spPr>
          <a:xfrm>
            <a:off x="5120640" y="-822960"/>
            <a:ext cx="274320" cy="274320"/>
          </a:xfrm>
          <a:prstGeom prst="rect">
            <a:avLst/>
          </a:prstGeom>
        </p:spPr>
      </p:pic>
      <p:pic>
        <p:nvPicPr>
          <p:cNvPr id="16" name="Cánh hoa rơi 6" descr="Cánh hoa rơi">    </p:cNvPr>
          <p:cNvPicPr>
            <a:picLocks noChangeAspect="1"/>
          </p:cNvPicPr>
          <p:nvPr/>
        </p:nvPicPr>
        <p:blipFill>
          <a:blip r:embed="rId10"/>
          <a:stretch>
            <a:fillRect/>
          </a:stretch>
        </p:blipFill>
        <p:spPr>
          <a:xfrm>
            <a:off x="6217920" y="-822960"/>
            <a:ext cx="402336" cy="402336"/>
          </a:xfrm>
          <a:prstGeom prst="rect">
            <a:avLst/>
          </a:prstGeom>
        </p:spPr>
      </p:pic>
      <p:pic>
        <p:nvPicPr>
          <p:cNvPr id="17" name="Cánh hoa rơi 7" descr="Cánh hoa rơi">    </p:cNvPr>
          <p:cNvPicPr>
            <a:picLocks noChangeAspect="1"/>
          </p:cNvPicPr>
          <p:nvPr/>
        </p:nvPicPr>
        <p:blipFill>
          <a:blip r:embed="rId11"/>
          <a:stretch>
            <a:fillRect/>
          </a:stretch>
        </p:blipFill>
        <p:spPr>
          <a:xfrm>
            <a:off x="7315200" y="-822960"/>
            <a:ext cx="310896" cy="310896"/>
          </a:xfrm>
          <a:prstGeom prst="rect">
            <a:avLst/>
          </a:prstGeom>
        </p:spPr>
      </p:pic>
      <p:pic>
        <p:nvPicPr>
          <p:cNvPr id="18" name="Cánh hoa rơi 8" descr="Cánh hoa rơi">    </p:cNvPr>
          <p:cNvPicPr>
            <a:picLocks noChangeAspect="1"/>
          </p:cNvPicPr>
          <p:nvPr/>
        </p:nvPicPr>
        <p:blipFill>
          <a:blip r:embed="rId12"/>
          <a:stretch>
            <a:fillRect/>
          </a:stretch>
        </p:blipFill>
        <p:spPr>
          <a:xfrm>
            <a:off x="8321040" y="-822960"/>
            <a:ext cx="365760" cy="365760"/>
          </a:xfrm>
          <a:prstGeom prst="rect">
            <a:avLst/>
          </a:prstGeom>
        </p:spPr>
      </p:pic>
      <p:pic>
        <p:nvPicPr>
          <p:cNvPr id="19" name="Cánh hoa rơi 9" descr="Cánh hoa rơi">    </p:cNvPr>
          <p:cNvPicPr>
            <a:picLocks noChangeAspect="1"/>
          </p:cNvPicPr>
          <p:nvPr/>
        </p:nvPicPr>
        <p:blipFill>
          <a:blip r:embed="rId13"/>
          <a:stretch>
            <a:fillRect/>
          </a:stretch>
        </p:blipFill>
        <p:spPr>
          <a:xfrm>
            <a:off x="9418320" y="-822960"/>
            <a:ext cx="329184" cy="329184"/>
          </a:xfrm>
          <a:prstGeom prst="rect">
            <a:avLst/>
          </a:prstGeom>
        </p:spPr>
      </p:pic>
      <p:pic>
        <p:nvPicPr>
          <p:cNvPr id="20" name="Cánh hoa rơi 10" descr="Cánh hoa rơi">    </p:cNvPr>
          <p:cNvPicPr>
            <a:picLocks noChangeAspect="1"/>
          </p:cNvPicPr>
          <p:nvPr/>
        </p:nvPicPr>
        <p:blipFill>
          <a:blip r:embed="rId14"/>
          <a:stretch>
            <a:fillRect/>
          </a:stretch>
        </p:blipFill>
        <p:spPr>
          <a:xfrm>
            <a:off x="10424160" y="-822960"/>
            <a:ext cx="384048" cy="384048"/>
          </a:xfrm>
          <a:prstGeom prst="rect">
            <a:avLst/>
          </a:prstGeom>
        </p:spPr>
      </p:pic>
      <p:pic>
        <p:nvPicPr>
          <p:cNvPr id="21" name="Cánh hoa rơi 11" descr="Cánh hoa rơi">    </p:cNvPr>
          <p:cNvPicPr>
            <a:picLocks noChangeAspect="1"/>
          </p:cNvPicPr>
          <p:nvPr/>
        </p:nvPicPr>
        <p:blipFill>
          <a:blip r:embed="rId15"/>
          <a:stretch>
            <a:fillRect/>
          </a:stretch>
        </p:blipFill>
        <p:spPr>
          <a:xfrm>
            <a:off x="11430000" y="-822960"/>
            <a:ext cx="292608" cy="292608"/>
          </a:xfrm>
          <a:prstGeom prst="rect">
            <a:avLst/>
          </a:prstGeom>
        </p:spPr>
      </p:pic>
      <p:pic>
        <p:nvPicPr>
          <p:cNvPr id="22" name="Cánh hoa rơi 12" descr="Cánh hoa rơi">    </p:cNvPr>
          <p:cNvPicPr>
            <a:picLocks noChangeAspect="1"/>
          </p:cNvPicPr>
          <p:nvPr/>
        </p:nvPicPr>
        <p:blipFill>
          <a:blip r:embed="rId16"/>
          <a:stretch>
            <a:fillRect/>
          </a:stretch>
        </p:blipFill>
        <p:spPr>
          <a:xfrm>
            <a:off x="6766560" y="-822960"/>
            <a:ext cx="274320" cy="274320"/>
          </a:xfrm>
          <a:prstGeom prst="rect">
            <a:avLst/>
          </a:prstGeom>
        </p:spPr>
      </p:pic>
      <p:pic>
        <p:nvPicPr>
          <p:cNvPr id="23" name="Lá rơi 1" descr="Cánh hoa rơi">    </p:cNvPr>
          <p:cNvPicPr>
            <a:picLocks noChangeAspect="1"/>
          </p:cNvPicPr>
          <p:nvPr/>
        </p:nvPicPr>
        <p:blipFill>
          <a:blip r:embed="rId17"/>
          <a:stretch>
            <a:fillRect/>
          </a:stretch>
        </p:blipFill>
        <p:spPr>
          <a:xfrm>
            <a:off x="2286000" y="-822960"/>
            <a:ext cx="502920" cy="502920"/>
          </a:xfrm>
          <a:prstGeom prst="rect">
            <a:avLst/>
          </a:prstGeom>
        </p:spPr>
      </p:pic>
      <p:pic>
        <p:nvPicPr>
          <p:cNvPr id="24" name="Lá rơi 2" descr="Cánh hoa rơi">    </p:cNvPr>
          <p:cNvPicPr>
            <a:picLocks noChangeAspect="1"/>
          </p:cNvPicPr>
          <p:nvPr/>
        </p:nvPicPr>
        <p:blipFill>
          <a:blip r:embed="rId18"/>
          <a:stretch>
            <a:fillRect/>
          </a:stretch>
        </p:blipFill>
        <p:spPr>
          <a:xfrm>
            <a:off x="8046720" y="-822960"/>
            <a:ext cx="457200" cy="457200"/>
          </a:xfrm>
          <a:prstGeom prst="rect">
            <a:avLst/>
          </a:prstGeom>
        </p:spPr>
      </p:pic>
      <p:pic>
        <p:nvPicPr>
          <p:cNvPr id="25" name="Lá rơi 3" descr="Cánh hoa rơi">    </p:cNvPr>
          <p:cNvPicPr>
            <a:picLocks noChangeAspect="1"/>
          </p:cNvPicPr>
          <p:nvPr/>
        </p:nvPicPr>
        <p:blipFill>
          <a:blip r:embed="rId19"/>
          <a:stretch>
            <a:fillRect/>
          </a:stretch>
        </p:blipFill>
        <p:spPr>
          <a:xfrm>
            <a:off x="10972800" y="-822960"/>
            <a:ext cx="438912" cy="43891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8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repeatCount="indefinite" fill="hold" nodeType="withEffect">
                                  <p:stCondLst>
                                    <p:cond delay="0"/>
                                  </p:stCondLst>
                                  <p:childTnLst>
                                    <p:animMotion origin="layout" path="M 0 0 C 0.060 0.2 -0.060 0.4 0.024 0.6 C 0.084 0.8 -0.012 1.0 0.048 1.18 E" pathEditMode="relative" ptsTypes="">
                                      <p:cBhvr>
                                        <p:cTn id="6" dur="11000" fill="hold"/>
                                        <p:tgtEl>
                                          <p:spTgt spid="11"/>
                                        </p:tgtEl>
                                        <p:attrNameLst>
                                          <p:attrName>ppt_x</p:attrName>
                                          <p:attrName>ppt_y</p:attrName>
                                        </p:attrNameLst>
                                      </p:cBhvr>
                                    </p:animMotion>
                                  </p:childTnLst>
                                </p:cTn>
                              </p:par>
                              <p:par>
                                <p:cTn id="7" presetID="8" presetClass="emph" presetSubtype="0" repeatCount="indefinite" fill="hold" nodeType="withEffect">
                                  <p:stCondLst>
                                    <p:cond delay="0"/>
                                  </p:stCondLst>
                                  <p:childTnLst>
                                    <p:animRot by="21600000">
                                      <p:cBhvr>
                                        <p:cTn id="8" dur="3500" fill="hold"/>
                                        <p:tgtEl>
                                          <p:spTgt spid="11"/>
                                        </p:tgtEl>
                                        <p:attrNameLst>
                                          <p:attrName>r</p:attrName>
                                        </p:attrNameLst>
                                      </p:cBhvr>
                                    </p:animRot>
                                  </p:childTnLst>
                                </p:cTn>
                              </p:par>
                              <p:par>
                                <p:cTn id="9" presetID="42" presetClass="entr" presetSubtype="0" fill="hold" grpId="0" nodeType="withEffect">
                                  <p:stCondLst>
                                    <p:cond delay="30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700"/>
                                        <p:tgtEl>
                                          <p:spTgt spid="5"/>
                                        </p:tgtEl>
                                      </p:cBhvr>
                                    </p:animEffect>
                                    <p:anim calcmode="lin" valueType="num">
                                      <p:cBhvr>
                                        <p:cTn id="12" dur="700" fill="hold"/>
                                        <p:tgtEl>
                                          <p:spTgt spid="5"/>
                                        </p:tgtEl>
                                        <p:attrNameLst>
                                          <p:attrName>ppt_x</p:attrName>
                                        </p:attrNameLst>
                                      </p:cBhvr>
                                      <p:tavLst>
                                        <p:tav tm="0">
                                          <p:val>
                                            <p:strVal val="#ppt_x"/>
                                          </p:val>
                                        </p:tav>
                                        <p:tav tm="100000">
                                          <p:val>
                                            <p:strVal val="#ppt_x"/>
                                          </p:val>
                                        </p:tav>
                                      </p:tavLst>
                                    </p:anim>
                                    <p:anim calcmode="lin" valueType="num">
                                      <p:cBhvr>
                                        <p:cTn id="13" dur="700" fill="hold"/>
                                        <p:tgtEl>
                                          <p:spTgt spid="5"/>
                                        </p:tgtEl>
                                        <p:attrNameLst>
                                          <p:attrName>ppt_y</p:attrName>
                                        </p:attrNameLst>
                                      </p:cBhvr>
                                      <p:tavLst>
                                        <p:tav tm="0">
                                          <p:val>
                                            <p:strVal val="#ppt_y+.1"/>
                                          </p:val>
                                        </p:tav>
                                        <p:tav tm="100000">
                                          <p:val>
                                            <p:strVal val="#ppt_y"/>
                                          </p:val>
                                        </p:tav>
                                      </p:tavLst>
                                    </p:anim>
                                  </p:childTnLst>
                                </p:cTn>
                              </p:par>
                              <p:par>
                                <p:cTn id="14" presetID="53" presetClass="entr" presetSubtype="16" fill="hold" nodeType="withEffect">
                                  <p:stCondLst>
                                    <p:cond delay="800"/>
                                  </p:stCondLst>
                                  <p:childTnLst>
                                    <p:set>
                                      <p:cBhvr>
                                        <p:cTn id="15" dur="1" fill="hold">
                                          <p:stCondLst>
                                            <p:cond delay="0"/>
                                          </p:stCondLst>
                                        </p:cTn>
                                        <p:tgtEl>
                                          <p:spTgt spid="6"/>
                                        </p:tgtEl>
                                        <p:attrNameLst>
                                          <p:attrName>style.visibility</p:attrName>
                                        </p:attrNameLst>
                                      </p:cBhvr>
                                      <p:to>
                                        <p:strVal val="visible"/>
                                      </p:to>
                                    </p:set>
                                    <p:anim calcmode="lin" valueType="num">
                                      <p:cBhvr>
                                        <p:cTn id="16" dur="500" fill="hold"/>
                                        <p:tgtEl>
                                          <p:spTgt spid="6"/>
                                        </p:tgtEl>
                                        <p:attrNameLst>
                                          <p:attrName>ppt_w</p:attrName>
                                        </p:attrNameLst>
                                      </p:cBhvr>
                                      <p:tavLst>
                                        <p:tav tm="0">
                                          <p:val>
                                            <p:fltVal val="0"/>
                                          </p:val>
                                        </p:tav>
                                        <p:tav tm="100000">
                                          <p:val>
                                            <p:strVal val="#ppt_w"/>
                                          </p:val>
                                        </p:tav>
                                      </p:tavLst>
                                    </p:anim>
                                    <p:anim calcmode="lin" valueType="num">
                                      <p:cBhvr>
                                        <p:cTn id="17" dur="500" fill="hold"/>
                                        <p:tgtEl>
                                          <p:spTgt spid="6"/>
                                        </p:tgtEl>
                                        <p:attrNameLst>
                                          <p:attrName>ppt_h</p:attrName>
                                        </p:attrNameLst>
                                      </p:cBhvr>
                                      <p:tavLst>
                                        <p:tav tm="0">
                                          <p:val>
                                            <p:fltVal val="0"/>
                                          </p:val>
                                        </p:tav>
                                        <p:tav tm="100000">
                                          <p:val>
                                            <p:strVal val="#ppt_h"/>
                                          </p:val>
                                        </p:tav>
                                      </p:tavLst>
                                    </p:anim>
                                    <p:animEffect transition="in" filter="fade">
                                      <p:cBhvr>
                                        <p:cTn id="18" dur="500"/>
                                        <p:tgtEl>
                                          <p:spTgt spid="6"/>
                                        </p:tgtEl>
                                      </p:cBhvr>
                                    </p:animEffect>
                                  </p:childTnLst>
                                </p:cTn>
                              </p:par>
                              <p:par>
                                <p:cTn id="19" presetID="22" presetClass="entr" presetSubtype="8" fill="hold" grpId="0" nodeType="withEffect">
                                  <p:stCondLst>
                                    <p:cond delay="90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900"/>
                                        <p:tgtEl>
                                          <p:spTgt spid="7"/>
                                        </p:tgtEl>
                                      </p:cBhvr>
                                    </p:animEffect>
                                  </p:childTnLst>
                                </p:cTn>
                              </p:par>
                              <p:par>
                                <p:cTn id="22" presetID="0" presetClass="path" presetSubtype="0" repeatCount="indefinite" fill="hold" nodeType="withEffect">
                                  <p:stCondLst>
                                    <p:cond delay="1070"/>
                                  </p:stCondLst>
                                  <p:childTnLst>
                                    <p:animMotion origin="layout" path="M 0 0 C 0.040 0.2 -0.040 0.4 0.016 0.6 C 0.056 0.8 -0.008 1.0 0.032 1.18 E" pathEditMode="relative" ptsTypes="">
                                      <p:cBhvr>
                                        <p:cTn id="23" dur="9300" fill="hold"/>
                                        <p:tgtEl>
                                          <p:spTgt spid="22"/>
                                        </p:tgtEl>
                                        <p:attrNameLst>
                                          <p:attrName>ppt_x</p:attrName>
                                          <p:attrName>ppt_y</p:attrName>
                                        </p:attrNameLst>
                                      </p:cBhvr>
                                    </p:animMotion>
                                  </p:childTnLst>
                                </p:cTn>
                              </p:par>
                              <p:par>
                                <p:cTn id="24" presetID="8" presetClass="emph" presetSubtype="0" repeatCount="indefinite" fill="hold" nodeType="withEffect">
                                  <p:stCondLst>
                                    <p:cond delay="1070"/>
                                  </p:stCondLst>
                                  <p:childTnLst>
                                    <p:animRot by="-21600000">
                                      <p:cBhvr>
                                        <p:cTn id="25" dur="5200" fill="hold"/>
                                        <p:tgtEl>
                                          <p:spTgt spid="22"/>
                                        </p:tgtEl>
                                        <p:attrNameLst>
                                          <p:attrName>r</p:attrName>
                                        </p:attrNameLst>
                                      </p:cBhvr>
                                    </p:animRot>
                                  </p:childTnLst>
                                </p:cTn>
                              </p:par>
                              <p:par>
                                <p:cTn id="26" presetID="0" presetClass="path" presetSubtype="0" repeatCount="indefinite" fill="hold" nodeType="withEffect">
                                  <p:stCondLst>
                                    <p:cond delay="1220"/>
                                  </p:stCondLst>
                                  <p:childTnLst>
                                    <p:animMotion origin="layout" path="M 0 0 C 0.060 0.2 -0.060 0.4 0.024 0.6 C 0.084 0.8 -0.012 1.0 0.048 1.18 E" pathEditMode="relative" ptsTypes="">
                                      <p:cBhvr>
                                        <p:cTn id="27" dur="10500" fill="hold"/>
                                        <p:tgtEl>
                                          <p:spTgt spid="17"/>
                                        </p:tgtEl>
                                        <p:attrNameLst>
                                          <p:attrName>ppt_x</p:attrName>
                                          <p:attrName>ppt_y</p:attrName>
                                        </p:attrNameLst>
                                      </p:cBhvr>
                                    </p:animMotion>
                                  </p:childTnLst>
                                </p:cTn>
                              </p:par>
                              <p:par>
                                <p:cTn id="28" presetID="8" presetClass="emph" presetSubtype="0" repeatCount="indefinite" fill="hold" nodeType="withEffect">
                                  <p:stCondLst>
                                    <p:cond delay="1220"/>
                                  </p:stCondLst>
                                  <p:childTnLst>
                                    <p:animRot by="21600000">
                                      <p:cBhvr>
                                        <p:cTn id="29" dur="4700" fill="hold"/>
                                        <p:tgtEl>
                                          <p:spTgt spid="17"/>
                                        </p:tgtEl>
                                        <p:attrNameLst>
                                          <p:attrName>r</p:attrName>
                                        </p:attrNameLst>
                                      </p:cBhvr>
                                    </p:animRot>
                                  </p:childTnLst>
                                </p:cTn>
                              </p:par>
                              <p:par>
                                <p:cTn id="30" presetID="0" presetClass="path" presetSubtype="0" repeatCount="indefinite" fill="hold" nodeType="withEffect">
                                  <p:stCondLst>
                                    <p:cond delay="1370"/>
                                  </p:stCondLst>
                                  <p:childTnLst>
                                    <p:animMotion origin="layout" path="M 0 0 C -0.040 0.2 0.040 0.4 -0.016 0.6 C -0.056 0.8 0.008 1.0 -0.032 1.18 E" pathEditMode="relative" ptsTypes="">
                                      <p:cBhvr>
                                        <p:cTn id="31" dur="9500" fill="hold"/>
                                        <p:tgtEl>
                                          <p:spTgt spid="12"/>
                                        </p:tgtEl>
                                        <p:attrNameLst>
                                          <p:attrName>ppt_x</p:attrName>
                                          <p:attrName>ppt_y</p:attrName>
                                        </p:attrNameLst>
                                      </p:cBhvr>
                                    </p:animMotion>
                                  </p:childTnLst>
                                </p:cTn>
                              </p:par>
                              <p:par>
                                <p:cTn id="32" presetID="8" presetClass="emph" presetSubtype="0" repeatCount="indefinite" fill="hold" nodeType="withEffect">
                                  <p:stCondLst>
                                    <p:cond delay="1370"/>
                                  </p:stCondLst>
                                  <p:childTnLst>
                                    <p:animRot by="-21600000">
                                      <p:cBhvr>
                                        <p:cTn id="33" dur="4200" fill="hold"/>
                                        <p:tgtEl>
                                          <p:spTgt spid="12"/>
                                        </p:tgtEl>
                                        <p:attrNameLst>
                                          <p:attrName>r</p:attrName>
                                        </p:attrNameLst>
                                      </p:cBhvr>
                                    </p:animRot>
                                  </p:childTnLst>
                                </p:cTn>
                              </p:par>
                              <p:par>
                                <p:cTn id="34" presetID="0" presetClass="path" presetSubtype="0" repeatCount="indefinite" fill="hold" nodeType="withEffect">
                                  <p:stCondLst>
                                    <p:cond delay="1500"/>
                                  </p:stCondLst>
                                  <p:childTnLst>
                                    <p:animMotion origin="layout" path="M 0 0 C 0.100 0.2 -0.100 0.4 0.040 0.6 C 0.140 0.8 -0.020 1.0 0.080 1.18 E" pathEditMode="relative" ptsTypes="">
                                      <p:cBhvr>
                                        <p:cTn id="35" dur="13000" fill="hold"/>
                                        <p:tgtEl>
                                          <p:spTgt spid="23"/>
                                        </p:tgtEl>
                                        <p:attrNameLst>
                                          <p:attrName>ppt_x</p:attrName>
                                          <p:attrName>ppt_y</p:attrName>
                                        </p:attrNameLst>
                                      </p:cBhvr>
                                    </p:animMotion>
                                  </p:childTnLst>
                                </p:cTn>
                              </p:par>
                              <p:par>
                                <p:cTn id="36" presetID="8" presetClass="emph" presetSubtype="0" repeatCount="indefinite" fill="hold" nodeType="withEffect">
                                  <p:stCondLst>
                                    <p:cond delay="1500"/>
                                  </p:stCondLst>
                                  <p:childTnLst>
                                    <p:animRot by="21600000">
                                      <p:cBhvr>
                                        <p:cTn id="37" dur="3500" fill="hold"/>
                                        <p:tgtEl>
                                          <p:spTgt spid="23"/>
                                        </p:tgtEl>
                                        <p:attrNameLst>
                                          <p:attrName>r</p:attrName>
                                        </p:attrNameLst>
                                      </p:cBhvr>
                                    </p:animRot>
                                  </p:childTnLst>
                                </p:cTn>
                              </p:par>
                              <p:par>
                                <p:cTn id="38" presetID="10" presetClass="entr" presetSubtype="0" fill="hold" grpId="0" nodeType="withEffect">
                                  <p:stCondLst>
                                    <p:cond delay="170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900"/>
                                        <p:tgtEl>
                                          <p:spTgt spid="8"/>
                                        </p:tgtEl>
                                      </p:cBhvr>
                                    </p:animEffect>
                                  </p:childTnLst>
                                </p:cTn>
                              </p:par>
                              <p:par>
                                <p:cTn id="41" presetID="8" presetClass="emph" presetSubtype="0" repeatCount="indefinite" fill="hold" nodeType="withEffect">
                                  <p:stCondLst>
                                    <p:cond delay="1800"/>
                                  </p:stCondLst>
                                  <p:childTnLst>
                                    <p:animRot by="21600000">
                                      <p:cBhvr>
                                        <p:cTn id="42" dur="60000" fill="hold"/>
                                        <p:tgtEl>
                                          <p:spTgt spid="3"/>
                                        </p:tgtEl>
                                        <p:attrNameLst>
                                          <p:attrName>r</p:attrName>
                                        </p:attrNameLst>
                                      </p:cBhvr>
                                    </p:animRot>
                                  </p:childTnLst>
                                </p:cTn>
                              </p:par>
                              <p:par>
                                <p:cTn id="43" presetID="8" presetClass="emph" presetSubtype="0" repeatCount="indefinite" fill="hold" nodeType="withEffect">
                                  <p:stCondLst>
                                    <p:cond delay="1800"/>
                                  </p:stCondLst>
                                  <p:childTnLst>
                                    <p:animRot by="-21600000">
                                      <p:cBhvr>
                                        <p:cTn id="44" dur="45000" fill="hold"/>
                                        <p:tgtEl>
                                          <p:spTgt spid="2"/>
                                        </p:tgtEl>
                                        <p:attrNameLst>
                                          <p:attrName>r</p:attrName>
                                        </p:attrNameLst>
                                      </p:cBhvr>
                                    </p:animRot>
                                  </p:childTnLst>
                                </p:cTn>
                              </p:par>
                              <p:par>
                                <p:cTn id="45" presetID="8" presetClass="emph" presetSubtype="0" repeatCount="indefinite" autoRev="1" fill="hold" nodeType="withEffect">
                                  <p:stCondLst>
                                    <p:cond delay="1800"/>
                                  </p:stCondLst>
                                  <p:childTnLst>
                                    <p:animRot by="180000">
                                      <p:cBhvr>
                                        <p:cTn id="46" dur="2600" fill="hold"/>
                                        <p:tgtEl>
                                          <p:spTgt spid="4"/>
                                        </p:tgtEl>
                                        <p:attrNameLst>
                                          <p:attrName>r</p:attrName>
                                        </p:attrNameLst>
                                      </p:cBhvr>
                                    </p:animRot>
                                  </p:childTnLst>
                                </p:cTn>
                              </p:par>
                              <p:par>
                                <p:cTn id="47" presetID="42" presetClass="entr" presetSubtype="0" fill="hold" grpId="0" nodeType="withEffect">
                                  <p:stCondLst>
                                    <p:cond delay="250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600"/>
                                        <p:tgtEl>
                                          <p:spTgt spid="9"/>
                                        </p:tgtEl>
                                      </p:cBhvr>
                                    </p:animEffect>
                                    <p:anim calcmode="lin" valueType="num">
                                      <p:cBhvr>
                                        <p:cTn id="50" dur="600" fill="hold"/>
                                        <p:tgtEl>
                                          <p:spTgt spid="9"/>
                                        </p:tgtEl>
                                        <p:attrNameLst>
                                          <p:attrName>ppt_x</p:attrName>
                                        </p:attrNameLst>
                                      </p:cBhvr>
                                      <p:tavLst>
                                        <p:tav tm="0">
                                          <p:val>
                                            <p:strVal val="#ppt_x"/>
                                          </p:val>
                                        </p:tav>
                                        <p:tav tm="100000">
                                          <p:val>
                                            <p:strVal val="#ppt_x"/>
                                          </p:val>
                                        </p:tav>
                                      </p:tavLst>
                                    </p:anim>
                                    <p:anim calcmode="lin" valueType="num">
                                      <p:cBhvr>
                                        <p:cTn id="51" dur="600" fill="hold"/>
                                        <p:tgtEl>
                                          <p:spTgt spid="9"/>
                                        </p:tgtEl>
                                        <p:attrNameLst>
                                          <p:attrName>ppt_y</p:attrName>
                                        </p:attrNameLst>
                                      </p:cBhvr>
                                      <p:tavLst>
                                        <p:tav tm="0">
                                          <p:val>
                                            <p:strVal val="#ppt_y+.1"/>
                                          </p:val>
                                        </p:tav>
                                        <p:tav tm="100000">
                                          <p:val>
                                            <p:strVal val="#ppt_y"/>
                                          </p:val>
                                        </p:tav>
                                      </p:tavLst>
                                    </p:anim>
                                  </p:childTnLst>
                                </p:cTn>
                              </p:par>
                              <p:par>
                                <p:cTn id="52" presetID="0" presetClass="path" presetSubtype="0" repeatCount="indefinite" fill="hold" nodeType="withEffect">
                                  <p:stCondLst>
                                    <p:cond delay="2590"/>
                                  </p:stCondLst>
                                  <p:childTnLst>
                                    <p:animMotion origin="layout" path="M 0 0 C -0.050 0.2 0.050 0.4 -0.020 0.6 C -0.070 0.8 0.010 1.0 -0.040 1.18 E" pathEditMode="relative" ptsTypes="">
                                      <p:cBhvr>
                                        <p:cTn id="53" dur="12000" fill="hold"/>
                                        <p:tgtEl>
                                          <p:spTgt spid="18"/>
                                        </p:tgtEl>
                                        <p:attrNameLst>
                                          <p:attrName>ppt_x</p:attrName>
                                          <p:attrName>ppt_y</p:attrName>
                                        </p:attrNameLst>
                                      </p:cBhvr>
                                    </p:animMotion>
                                  </p:childTnLst>
                                </p:cTn>
                              </p:par>
                              <p:par>
                                <p:cTn id="54" presetID="8" presetClass="emph" presetSubtype="0" repeatCount="indefinite" fill="hold" nodeType="withEffect">
                                  <p:stCondLst>
                                    <p:cond delay="2590"/>
                                  </p:stCondLst>
                                  <p:childTnLst>
                                    <p:animRot by="-21600000">
                                      <p:cBhvr>
                                        <p:cTn id="55" dur="5400" fill="hold"/>
                                        <p:tgtEl>
                                          <p:spTgt spid="18"/>
                                        </p:tgtEl>
                                        <p:attrNameLst>
                                          <p:attrName>r</p:attrName>
                                        </p:attrNameLst>
                                      </p:cBhvr>
                                    </p:animRot>
                                  </p:childTnLst>
                                </p:cTn>
                              </p:par>
                              <p:par>
                                <p:cTn id="56" presetID="0" presetClass="path" presetSubtype="0" repeatCount="indefinite" fill="hold" nodeType="withEffect">
                                  <p:stCondLst>
                                    <p:cond delay="2740"/>
                                  </p:stCondLst>
                                  <p:childTnLst>
                                    <p:animMotion origin="layout" path="M 0 0 C 0.080 0.2 -0.080 0.4 0.032 0.6 C 0.112 0.8 -0.016 1.0 0.064 1.18 E" pathEditMode="relative" ptsTypes="">
                                      <p:cBhvr>
                                        <p:cTn id="57" dur="12500" fill="hold"/>
                                        <p:tgtEl>
                                          <p:spTgt spid="13"/>
                                        </p:tgtEl>
                                        <p:attrNameLst>
                                          <p:attrName>ppt_x</p:attrName>
                                          <p:attrName>ppt_y</p:attrName>
                                        </p:attrNameLst>
                                      </p:cBhvr>
                                    </p:animMotion>
                                  </p:childTnLst>
                                </p:cTn>
                              </p:par>
                              <p:par>
                                <p:cTn id="58" presetID="8" presetClass="emph" presetSubtype="0" repeatCount="indefinite" fill="hold" nodeType="withEffect">
                                  <p:stCondLst>
                                    <p:cond delay="2740"/>
                                  </p:stCondLst>
                                  <p:childTnLst>
                                    <p:animRot by="21600000">
                                      <p:cBhvr>
                                        <p:cTn id="59" dur="4900" fill="hold"/>
                                        <p:tgtEl>
                                          <p:spTgt spid="13"/>
                                        </p:tgtEl>
                                        <p:attrNameLst>
                                          <p:attrName>r</p:attrName>
                                        </p:attrNameLst>
                                      </p:cBhvr>
                                    </p:animRot>
                                  </p:childTnLst>
                                </p:cTn>
                              </p:par>
                              <p:par>
                                <p:cTn id="60" presetID="0" presetClass="path" presetSubtype="0" repeatCount="indefinite" fill="hold" nodeType="withEffect">
                                  <p:stCondLst>
                                    <p:cond delay="2870"/>
                                  </p:stCondLst>
                                  <p:childTnLst>
                                    <p:animMotion origin="layout" path="M 0 0 C -0.090 0.2 0.090 0.4 -0.036 0.6 C -0.126 0.8 0.018 1.0 -0.072 1.18 E" pathEditMode="relative" ptsTypes="">
                                      <p:cBhvr>
                                        <p:cTn id="61" dur="14000" fill="hold"/>
                                        <p:tgtEl>
                                          <p:spTgt spid="24"/>
                                        </p:tgtEl>
                                        <p:attrNameLst>
                                          <p:attrName>ppt_x</p:attrName>
                                          <p:attrName>ppt_y</p:attrName>
                                        </p:attrNameLst>
                                      </p:cBhvr>
                                    </p:animMotion>
                                  </p:childTnLst>
                                </p:cTn>
                              </p:par>
                              <p:par>
                                <p:cTn id="62" presetID="8" presetClass="emph" presetSubtype="0" repeatCount="indefinite" fill="hold" nodeType="withEffect">
                                  <p:stCondLst>
                                    <p:cond delay="2870"/>
                                  </p:stCondLst>
                                  <p:childTnLst>
                                    <p:animRot by="-21600000">
                                      <p:cBhvr>
                                        <p:cTn id="63" dur="4200" fill="hold"/>
                                        <p:tgtEl>
                                          <p:spTgt spid="24"/>
                                        </p:tgtEl>
                                        <p:attrNameLst>
                                          <p:attrName>r</p:attrName>
                                        </p:attrNameLst>
                                      </p:cBhvr>
                                    </p:animRot>
                                  </p:childTnLst>
                                </p:cTn>
                              </p:par>
                              <p:par>
                                <p:cTn id="64" presetID="6" presetClass="emph" presetSubtype="0" repeatCount="indefinite" autoRev="1" fill="hold" nodeType="withEffect">
                                  <p:stCondLst>
                                    <p:cond delay="3200"/>
                                  </p:stCondLst>
                                  <p:childTnLst>
                                    <p:animScale>
                                      <p:cBhvr>
                                        <p:cTn id="65" dur="600" fill="hold"/>
                                        <p:tgtEl>
                                          <p:spTgt spid="6"/>
                                        </p:tgtEl>
                                      </p:cBhvr>
                                      <p:by x="115000" y="115000"/>
                                    </p:animScale>
                                  </p:childTnLst>
                                </p:cTn>
                              </p:par>
                              <p:par>
                                <p:cTn id="66" presetID="0" presetClass="path" presetSubtype="0" repeatCount="indefinite" fill="hold" nodeType="withEffect">
                                  <p:stCondLst>
                                    <p:cond delay="3960"/>
                                  </p:stCondLst>
                                  <p:childTnLst>
                                    <p:animMotion origin="layout" path="M 0 0 C 0.070 0.2 -0.070 0.4 0.028 0.6 C 0.098 0.8 -0.014 1.0 0.056 1.18 E" pathEditMode="relative" ptsTypes="">
                                      <p:cBhvr>
                                        <p:cTn id="67" dur="9800" fill="hold"/>
                                        <p:tgtEl>
                                          <p:spTgt spid="19"/>
                                        </p:tgtEl>
                                        <p:attrNameLst>
                                          <p:attrName>ppt_x</p:attrName>
                                          <p:attrName>ppt_y</p:attrName>
                                        </p:attrNameLst>
                                      </p:cBhvr>
                                    </p:animMotion>
                                  </p:childTnLst>
                                </p:cTn>
                              </p:par>
                              <p:par>
                                <p:cTn id="68" presetID="8" presetClass="emph" presetSubtype="0" repeatCount="indefinite" fill="hold" nodeType="withEffect">
                                  <p:stCondLst>
                                    <p:cond delay="3960"/>
                                  </p:stCondLst>
                                  <p:childTnLst>
                                    <p:animRot by="21600000">
                                      <p:cBhvr>
                                        <p:cTn id="69" dur="6100" fill="hold"/>
                                        <p:tgtEl>
                                          <p:spTgt spid="19"/>
                                        </p:tgtEl>
                                        <p:attrNameLst>
                                          <p:attrName>r</p:attrName>
                                        </p:attrNameLst>
                                      </p:cBhvr>
                                    </p:animRot>
                                  </p:childTnLst>
                                </p:cTn>
                              </p:par>
                              <p:par>
                                <p:cTn id="70" presetID="0" presetClass="path" presetSubtype="0" repeatCount="indefinite" fill="hold" nodeType="withEffect">
                                  <p:stCondLst>
                                    <p:cond delay="4110"/>
                                  </p:stCondLst>
                                  <p:childTnLst>
                                    <p:animMotion origin="layout" path="M 0 0 C -0.060 0.2 0.060 0.4 -0.024 0.6 C -0.084 0.8 0.012 1.0 -0.048 1.18 E" pathEditMode="relative" ptsTypes="">
                                      <p:cBhvr>
                                        <p:cTn id="71" dur="10000" fill="hold"/>
                                        <p:tgtEl>
                                          <p:spTgt spid="14"/>
                                        </p:tgtEl>
                                        <p:attrNameLst>
                                          <p:attrName>ppt_x</p:attrName>
                                          <p:attrName>ppt_y</p:attrName>
                                        </p:attrNameLst>
                                      </p:cBhvr>
                                    </p:animMotion>
                                  </p:childTnLst>
                                </p:cTn>
                              </p:par>
                              <p:par>
                                <p:cTn id="72" presetID="8" presetClass="emph" presetSubtype="0" repeatCount="indefinite" fill="hold" nodeType="withEffect">
                                  <p:stCondLst>
                                    <p:cond delay="4110"/>
                                  </p:stCondLst>
                                  <p:childTnLst>
                                    <p:animRot by="-21600000">
                                      <p:cBhvr>
                                        <p:cTn id="73" dur="5600" fill="hold"/>
                                        <p:tgtEl>
                                          <p:spTgt spid="14"/>
                                        </p:tgtEl>
                                        <p:attrNameLst>
                                          <p:attrName>r</p:attrName>
                                        </p:attrNameLst>
                                      </p:cBhvr>
                                    </p:animRot>
                                  </p:childTnLst>
                                </p:cTn>
                              </p:par>
                              <p:par>
                                <p:cTn id="74" presetID="0" presetClass="path" presetSubtype="0" repeatCount="indefinite" fill="hold" nodeType="withEffect">
                                  <p:stCondLst>
                                    <p:cond delay="4240"/>
                                  </p:stCondLst>
                                  <p:childTnLst>
                                    <p:animMotion origin="layout" path="M 0 0 C -0.120 0.2 0.120 0.4 -0.048 0.6 C -0.168 0.8 0.024 1.0 -0.096 1.18 E" pathEditMode="relative" ptsTypes="">
                                      <p:cBhvr>
                                        <p:cTn id="75" dur="12500" fill="hold"/>
                                        <p:tgtEl>
                                          <p:spTgt spid="25"/>
                                        </p:tgtEl>
                                        <p:attrNameLst>
                                          <p:attrName>ppt_x</p:attrName>
                                          <p:attrName>ppt_y</p:attrName>
                                        </p:attrNameLst>
                                      </p:cBhvr>
                                    </p:animMotion>
                                  </p:childTnLst>
                                </p:cTn>
                              </p:par>
                              <p:par>
                                <p:cTn id="76" presetID="8" presetClass="emph" presetSubtype="0" repeatCount="indefinite" fill="hold" nodeType="withEffect">
                                  <p:stCondLst>
                                    <p:cond delay="4240"/>
                                  </p:stCondLst>
                                  <p:childTnLst>
                                    <p:animRot by="21600000">
                                      <p:cBhvr>
                                        <p:cTn id="77" dur="4900" fill="hold"/>
                                        <p:tgtEl>
                                          <p:spTgt spid="25"/>
                                        </p:tgtEl>
                                        <p:attrNameLst>
                                          <p:attrName>r</p:attrName>
                                        </p:attrNameLst>
                                      </p:cBhvr>
                                    </p:animRot>
                                  </p:childTnLst>
                                </p:cTn>
                              </p:par>
                              <p:par>
                                <p:cTn id="78" presetID="0" presetClass="path" presetSubtype="0" repeatCount="indefinite" fill="hold" nodeType="withEffect">
                                  <p:stCondLst>
                                    <p:cond delay="5330"/>
                                  </p:stCondLst>
                                  <p:childTnLst>
                                    <p:animMotion origin="layout" path="M 0 0 C -0.080 0.2 0.080 0.4 -0.032 0.6 C -0.112 0.8 0.016 1.0 -0.064 1.18 E" pathEditMode="relative" ptsTypes="">
                                      <p:cBhvr>
                                        <p:cTn id="79" dur="11200" fill="hold"/>
                                        <p:tgtEl>
                                          <p:spTgt spid="20"/>
                                        </p:tgtEl>
                                        <p:attrNameLst>
                                          <p:attrName>ppt_x</p:attrName>
                                          <p:attrName>ppt_y</p:attrName>
                                        </p:attrNameLst>
                                      </p:cBhvr>
                                    </p:animMotion>
                                  </p:childTnLst>
                                </p:cTn>
                              </p:par>
                              <p:par>
                                <p:cTn id="80" presetID="8" presetClass="emph" presetSubtype="0" repeatCount="indefinite" fill="hold" nodeType="withEffect">
                                  <p:stCondLst>
                                    <p:cond delay="5330"/>
                                  </p:stCondLst>
                                  <p:childTnLst>
                                    <p:animRot by="-21600000">
                                      <p:cBhvr>
                                        <p:cTn id="81" dur="3800" fill="hold"/>
                                        <p:tgtEl>
                                          <p:spTgt spid="20"/>
                                        </p:tgtEl>
                                        <p:attrNameLst>
                                          <p:attrName>r</p:attrName>
                                        </p:attrNameLst>
                                      </p:cBhvr>
                                    </p:animRot>
                                  </p:childTnLst>
                                </p:cTn>
                              </p:par>
                              <p:par>
                                <p:cTn id="82" presetID="0" presetClass="path" presetSubtype="0" repeatCount="indefinite" fill="hold" nodeType="withEffect">
                                  <p:stCondLst>
                                    <p:cond delay="5480"/>
                                  </p:stCondLst>
                                  <p:childTnLst>
                                    <p:animMotion origin="layout" path="M 0 0 C 0.050 0.2 -0.050 0.4 0.020 0.6 C 0.070 0.8 -0.010 1.0 0.040 1.18 E" pathEditMode="relative" ptsTypes="">
                                      <p:cBhvr>
                                        <p:cTn id="83" dur="9000" fill="hold"/>
                                        <p:tgtEl>
                                          <p:spTgt spid="15"/>
                                        </p:tgtEl>
                                        <p:attrNameLst>
                                          <p:attrName>ppt_x</p:attrName>
                                          <p:attrName>ppt_y</p:attrName>
                                        </p:attrNameLst>
                                      </p:cBhvr>
                                    </p:animMotion>
                                  </p:childTnLst>
                                </p:cTn>
                              </p:par>
                              <p:par>
                                <p:cTn id="84" presetID="8" presetClass="emph" presetSubtype="0" repeatCount="indefinite" fill="hold" nodeType="withEffect">
                                  <p:stCondLst>
                                    <p:cond delay="5480"/>
                                  </p:stCondLst>
                                  <p:childTnLst>
                                    <p:animRot by="21600000">
                                      <p:cBhvr>
                                        <p:cTn id="85" dur="6300" fill="hold"/>
                                        <p:tgtEl>
                                          <p:spTgt spid="15"/>
                                        </p:tgtEl>
                                        <p:attrNameLst>
                                          <p:attrName>r</p:attrName>
                                        </p:attrNameLst>
                                      </p:cBhvr>
                                    </p:animRot>
                                  </p:childTnLst>
                                </p:cTn>
                              </p:par>
                              <p:par>
                                <p:cTn id="86" presetID="0" presetClass="path" presetSubtype="0" repeatCount="indefinite" fill="hold" nodeType="withEffect">
                                  <p:stCondLst>
                                    <p:cond delay="6700"/>
                                  </p:stCondLst>
                                  <p:childTnLst>
                                    <p:animMotion origin="layout" path="M 0 0 C -0.040 0.2 0.040 0.4 -0.016 0.6 C -0.056 0.8 0.008 1.0 -0.032 1.18 E" pathEditMode="relative" ptsTypes="">
                                      <p:cBhvr>
                                        <p:cTn id="87" dur="10200" fill="hold"/>
                                        <p:tgtEl>
                                          <p:spTgt spid="21"/>
                                        </p:tgtEl>
                                        <p:attrNameLst>
                                          <p:attrName>ppt_x</p:attrName>
                                          <p:attrName>ppt_y</p:attrName>
                                        </p:attrNameLst>
                                      </p:cBhvr>
                                    </p:animMotion>
                                  </p:childTnLst>
                                </p:cTn>
                              </p:par>
                              <p:par>
                                <p:cTn id="88" presetID="8" presetClass="emph" presetSubtype="0" repeatCount="indefinite" fill="hold" nodeType="withEffect">
                                  <p:stCondLst>
                                    <p:cond delay="6700"/>
                                  </p:stCondLst>
                                  <p:childTnLst>
                                    <p:animRot by="21600000">
                                      <p:cBhvr>
                                        <p:cTn id="89" dur="4500" fill="hold"/>
                                        <p:tgtEl>
                                          <p:spTgt spid="21"/>
                                        </p:tgtEl>
                                        <p:attrNameLst>
                                          <p:attrName>r</p:attrName>
                                        </p:attrNameLst>
                                      </p:cBhvr>
                                    </p:animRot>
                                  </p:childTnLst>
                                </p:cTn>
                              </p:par>
                              <p:par>
                                <p:cTn id="90" presetID="0" presetClass="path" presetSubtype="0" repeatCount="indefinite" fill="hold" nodeType="withEffect">
                                  <p:stCondLst>
                                    <p:cond delay="6850"/>
                                  </p:stCondLst>
                                  <p:childTnLst>
                                    <p:animMotion origin="layout" path="M 0 0 C -0.070 0.2 0.070 0.4 -0.028 0.6 C -0.098 0.8 0.014 1.0 -0.056 1.18 E" pathEditMode="relative" ptsTypes="">
                                      <p:cBhvr>
                                        <p:cTn id="91" dur="11500" fill="hold"/>
                                        <p:tgtEl>
                                          <p:spTgt spid="16"/>
                                        </p:tgtEl>
                                        <p:attrNameLst>
                                          <p:attrName>ppt_x</p:attrName>
                                          <p:attrName>ppt_y</p:attrName>
                                        </p:attrNameLst>
                                      </p:cBhvr>
                                    </p:animMotion>
                                  </p:childTnLst>
                                </p:cTn>
                              </p:par>
                              <p:par>
                                <p:cTn id="92" presetID="8" presetClass="emph" presetSubtype="0" repeatCount="indefinite" fill="hold" nodeType="withEffect">
                                  <p:stCondLst>
                                    <p:cond delay="6850"/>
                                  </p:stCondLst>
                                  <p:childTnLst>
                                    <p:animRot by="-21600000">
                                      <p:cBhvr>
                                        <p:cTn id="93" dur="4000" fill="hold"/>
                                        <p:tgtEl>
                                          <p:spTgt spid="1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hongdao" descr="Hoa trang trí">    </p:cNvPr>
          <p:cNvPicPr>
            <a:picLocks noChangeAspect="1"/>
          </p:cNvPicPr>
          <p:nvPr/>
        </p:nvPicPr>
        <p:blipFill>
          <a:blip r:embed="rId1"/>
          <a:stretch>
            <a:fillRect/>
          </a:stretch>
        </p:blipFill>
        <p:spPr>
          <a:xfrm>
            <a:off x="-822960" y="5486400"/>
            <a:ext cx="1737360" cy="1737360"/>
          </a:xfrm>
          <a:prstGeom prst="rect">
            <a:avLst/>
          </a:prstGeom>
        </p:spPr>
      </p:pic>
      <p:pic>
        <p:nvPicPr>
          <p:cNvPr id="3" name="!!hong" descr="Hoa trang trí">    </p:cNvPr>
          <p:cNvPicPr>
            <a:picLocks noChangeAspect="1"/>
          </p:cNvPicPr>
          <p:nvPr/>
        </p:nvPicPr>
        <p:blipFill>
          <a:blip r:embed="rId2"/>
          <a:stretch>
            <a:fillRect/>
          </a:stretch>
        </p:blipFill>
        <p:spPr>
          <a:xfrm>
            <a:off x="9738360" y="-1600200"/>
            <a:ext cx="3383280" cy="3383280"/>
          </a:xfrm>
          <a:prstGeom prst="rect">
            <a:avLst/>
          </a:prstGeom>
        </p:spPr>
      </p:pic>
      <p:pic>
        <p:nvPicPr>
          <p:cNvPr id="4" name="!!sen" descr="Hoa trang trí">    </p:cNvPr>
          <p:cNvPicPr>
            <a:picLocks noChangeAspect="1"/>
          </p:cNvPicPr>
          <p:nvPr/>
        </p:nvPicPr>
        <p:blipFill>
          <a:blip r:embed="rId3"/>
          <a:stretch>
            <a:fillRect/>
          </a:stretch>
        </p:blipFill>
        <p:spPr>
          <a:xfrm rot="-90000">
            <a:off x="8778240" y="3063240"/>
            <a:ext cx="3931920" cy="3931920"/>
          </a:xfrm>
          <a:prstGeom prst="rect">
            <a:avLst/>
          </a:prstGeom>
        </p:spPr>
      </p:pic>
      <p:sp>
        <p:nvSpPr>
          <p:cNvPr id="5" name="Text 1"/>
          <p:cNvSpPr/>
          <p:nvPr>
            <p:ph idx="102" type="title" hasCustomPrompt="1"/>
          </p:nvPr>
        </p:nvSpPr>
        <p:spPr>
          <a:xfrm>
            <a:off x="731520" y="1097280"/>
            <a:ext cx="10698480" cy="777240"/>
          </a:xfrm>
          <a:prstGeom prst="rect">
            <a:avLst/>
          </a:prstGeom>
          <a:noFill/>
          <a:ln/>
        </p:spPr>
        <p:txBody>
          <a:bodyPr wrap="square" lIns="0" tIns="0" rIns="0" bIns="0" rtlCol="0" anchor="ctr"/>
          <a:lstStyle/>
          <a:p>
            <a:pPr algn="l" indent="0" marL="0">
              <a:buNone/>
            </a:pPr>
            <a:r>
              <a:rPr lang="en-US" sz="4000" b="1" dirty="0">
                <a:solidFill>
                  <a:schemeClr val="tx2"/>
                </a:solidFill>
              </a:rPr>
              <a:t>Chương trình họp mặt</a:t>
            </a:r>
            <a:endParaRPr lang="en-US" sz="4000" dirty="0"/>
          </a:p>
        </p:txBody>
      </p:sp>
      <p:sp>
        <p:nvSpPr>
          <p:cNvPr id="6" name="Text 1"/>
          <p:cNvSpPr/>
          <p:nvPr>
            <p:ph idx="103" type="body" hasCustomPrompt="1"/>
          </p:nvPr>
        </p:nvSpPr>
        <p:spPr>
          <a:xfrm>
            <a:off x="731520" y="1874520"/>
            <a:ext cx="10698480" cy="411480"/>
          </a:xfrm>
          <a:prstGeom prst="rect">
            <a:avLst/>
          </a:prstGeom>
          <a:noFill/>
          <a:ln/>
        </p:spPr>
        <p:txBody>
          <a:bodyPr wrap="square" lIns="0" tIns="0" rIns="0" bIns="0" rtlCol="0" anchor="t"/>
          <a:lstStyle/>
          <a:p>
            <a:pPr algn="l" indent="0" marL="0">
              <a:buNone/>
            </a:pPr>
            <a:r>
              <a:rPr lang="en-US" sz="1800" i="1" dirty="0">
                <a:solidFill>
                  <a:schemeClr val="accent2"/>
                </a:solidFill>
              </a:rPr>
              <a:t>Kỷ niệm 96 năm Ngày Phụ nữ Việt Nam 20/10</a:t>
            </a:r>
            <a:endParaRPr lang="en-US" sz="1800" dirty="0"/>
          </a:p>
        </p:txBody>
      </p:sp>
      <p:pic>
        <p:nvPicPr>
          <p:cNvPr id="7" name="Cánh hoa rơi 1" descr="Cánh hoa rơi">    </p:cNvPr>
          <p:cNvPicPr>
            <a:picLocks noChangeAspect="1"/>
          </p:cNvPicPr>
          <p:nvPr/>
        </p:nvPicPr>
        <p:blipFill>
          <a:blip r:embed="rId4"/>
          <a:stretch>
            <a:fillRect/>
          </a:stretch>
        </p:blipFill>
        <p:spPr>
          <a:xfrm>
            <a:off x="548640" y="-822960"/>
            <a:ext cx="384048" cy="384048"/>
          </a:xfrm>
          <a:prstGeom prst="rect">
            <a:avLst/>
          </a:prstGeom>
        </p:spPr>
      </p:pic>
      <p:pic>
        <p:nvPicPr>
          <p:cNvPr id="8" name="Cánh hoa rơi 2" descr="Cánh hoa rơi">    </p:cNvPr>
          <p:cNvPicPr>
            <a:picLocks noChangeAspect="1"/>
          </p:cNvPicPr>
          <p:nvPr/>
        </p:nvPicPr>
        <p:blipFill>
          <a:blip r:embed="rId5"/>
          <a:stretch>
            <a:fillRect/>
          </a:stretch>
        </p:blipFill>
        <p:spPr>
          <a:xfrm>
            <a:off x="1737360" y="-822960"/>
            <a:ext cx="310896" cy="310896"/>
          </a:xfrm>
          <a:prstGeom prst="rect">
            <a:avLst/>
          </a:prstGeom>
        </p:spPr>
      </p:pic>
      <p:pic>
        <p:nvPicPr>
          <p:cNvPr id="9" name="Cánh hoa rơi 3" descr="Cánh hoa rơi">    </p:cNvPr>
          <p:cNvPicPr>
            <a:picLocks noChangeAspect="1"/>
          </p:cNvPicPr>
          <p:nvPr/>
        </p:nvPicPr>
        <p:blipFill>
          <a:blip r:embed="rId6"/>
          <a:stretch>
            <a:fillRect/>
          </a:stretch>
        </p:blipFill>
        <p:spPr>
          <a:xfrm>
            <a:off x="2834640" y="-822960"/>
            <a:ext cx="420624" cy="420624"/>
          </a:xfrm>
          <a:prstGeom prst="rect">
            <a:avLst/>
          </a:prstGeom>
        </p:spPr>
      </p:pic>
      <p:pic>
        <p:nvPicPr>
          <p:cNvPr id="10" name="Cánh hoa rơi 4" descr="Cánh hoa rơi">    </p:cNvPr>
          <p:cNvPicPr>
            <a:picLocks noChangeAspect="1"/>
          </p:cNvPicPr>
          <p:nvPr/>
        </p:nvPicPr>
        <p:blipFill>
          <a:blip r:embed="rId7"/>
          <a:stretch>
            <a:fillRect/>
          </a:stretch>
        </p:blipFill>
        <p:spPr>
          <a:xfrm>
            <a:off x="3931920" y="-822960"/>
            <a:ext cx="329184" cy="329184"/>
          </a:xfrm>
          <a:prstGeom prst="rect">
            <a:avLst/>
          </a:prstGeom>
        </p:spPr>
      </p:pic>
      <p:pic>
        <p:nvPicPr>
          <p:cNvPr id="11" name="Cánh hoa rơi 5" descr="Cánh hoa rơi">    </p:cNvPr>
          <p:cNvPicPr>
            <a:picLocks noChangeAspect="1"/>
          </p:cNvPicPr>
          <p:nvPr/>
        </p:nvPicPr>
        <p:blipFill>
          <a:blip r:embed="rId8"/>
          <a:stretch>
            <a:fillRect/>
          </a:stretch>
        </p:blipFill>
        <p:spPr>
          <a:xfrm>
            <a:off x="5120640" y="-822960"/>
            <a:ext cx="274320" cy="274320"/>
          </a:xfrm>
          <a:prstGeom prst="rect">
            <a:avLst/>
          </a:prstGeom>
        </p:spPr>
      </p:pic>
      <p:pic>
        <p:nvPicPr>
          <p:cNvPr id="12" name="Cánh hoa rơi 6" descr="Cánh hoa rơi">    </p:cNvPr>
          <p:cNvPicPr>
            <a:picLocks noChangeAspect="1"/>
          </p:cNvPicPr>
          <p:nvPr/>
        </p:nvPicPr>
        <p:blipFill>
          <a:blip r:embed="rId9"/>
          <a:stretch>
            <a:fillRect/>
          </a:stretch>
        </p:blipFill>
        <p:spPr>
          <a:xfrm>
            <a:off x="6217920" y="-822960"/>
            <a:ext cx="402336" cy="402336"/>
          </a:xfrm>
          <a:prstGeom prst="rect">
            <a:avLst/>
          </a:prstGeom>
        </p:spPr>
      </p:pic>
      <p:pic>
        <p:nvPicPr>
          <p:cNvPr id="13" name="Cánh hoa rơi 7" descr="Cánh hoa rơi">    </p:cNvPr>
          <p:cNvPicPr>
            <a:picLocks noChangeAspect="1"/>
          </p:cNvPicPr>
          <p:nvPr/>
        </p:nvPicPr>
        <p:blipFill>
          <a:blip r:embed="rId10"/>
          <a:stretch>
            <a:fillRect/>
          </a:stretch>
        </p:blipFill>
        <p:spPr>
          <a:xfrm>
            <a:off x="7315200" y="-822960"/>
            <a:ext cx="310896" cy="310896"/>
          </a:xfrm>
          <a:prstGeom prst="rect">
            <a:avLst/>
          </a:prstGeom>
        </p:spPr>
      </p:pic>
      <p:pic>
        <p:nvPicPr>
          <p:cNvPr id="14" name="Cánh hoa rơi 8" descr="Cánh hoa rơi">    </p:cNvPr>
          <p:cNvPicPr>
            <a:picLocks noChangeAspect="1"/>
          </p:cNvPicPr>
          <p:nvPr/>
        </p:nvPicPr>
        <p:blipFill>
          <a:blip r:embed="rId11"/>
          <a:stretch>
            <a:fillRect/>
          </a:stretch>
        </p:blipFill>
        <p:spPr>
          <a:xfrm>
            <a:off x="8321040" y="-822960"/>
            <a:ext cx="365760" cy="365760"/>
          </a:xfrm>
          <a:prstGeom prst="rect">
            <a:avLst/>
          </a:prstGeom>
        </p:spPr>
      </p:pic>
      <p:pic>
        <p:nvPicPr>
          <p:cNvPr id="15" name="Cánh hoa rơi 9" descr="Cánh hoa rơi">    </p:cNvPr>
          <p:cNvPicPr>
            <a:picLocks noChangeAspect="1"/>
          </p:cNvPicPr>
          <p:nvPr/>
        </p:nvPicPr>
        <p:blipFill>
          <a:blip r:embed="rId12"/>
          <a:stretch>
            <a:fillRect/>
          </a:stretch>
        </p:blipFill>
        <p:spPr>
          <a:xfrm>
            <a:off x="9418320" y="-822960"/>
            <a:ext cx="329184" cy="329184"/>
          </a:xfrm>
          <a:prstGeom prst="rect">
            <a:avLst/>
          </a:prstGeom>
        </p:spPr>
      </p:pic>
      <p:pic>
        <p:nvPicPr>
          <p:cNvPr id="16" name="Cánh hoa rơi 10" descr="Cánh hoa rơi">    </p:cNvPr>
          <p:cNvPicPr>
            <a:picLocks noChangeAspect="1"/>
          </p:cNvPicPr>
          <p:nvPr/>
        </p:nvPicPr>
        <p:blipFill>
          <a:blip r:embed="rId13"/>
          <a:stretch>
            <a:fillRect/>
          </a:stretch>
        </p:blipFill>
        <p:spPr>
          <a:xfrm>
            <a:off x="10424160" y="-822960"/>
            <a:ext cx="384048" cy="384048"/>
          </a:xfrm>
          <a:prstGeom prst="rect">
            <a:avLst/>
          </a:prstGeom>
        </p:spPr>
      </p:pic>
      <p:pic>
        <p:nvPicPr>
          <p:cNvPr id="17" name="Cánh hoa rơi 11" descr="Cánh hoa rơi">    </p:cNvPr>
          <p:cNvPicPr>
            <a:picLocks noChangeAspect="1"/>
          </p:cNvPicPr>
          <p:nvPr/>
        </p:nvPicPr>
        <p:blipFill>
          <a:blip r:embed="rId14"/>
          <a:stretch>
            <a:fillRect/>
          </a:stretch>
        </p:blipFill>
        <p:spPr>
          <a:xfrm>
            <a:off x="11430000" y="-822960"/>
            <a:ext cx="292608" cy="292608"/>
          </a:xfrm>
          <a:prstGeom prst="rect">
            <a:avLst/>
          </a:prstGeom>
        </p:spPr>
      </p:pic>
      <p:pic>
        <p:nvPicPr>
          <p:cNvPr id="18" name="Cánh hoa rơi 12" descr="Cánh hoa rơi">    </p:cNvPr>
          <p:cNvPicPr>
            <a:picLocks noChangeAspect="1"/>
          </p:cNvPicPr>
          <p:nvPr/>
        </p:nvPicPr>
        <p:blipFill>
          <a:blip r:embed="rId15"/>
          <a:stretch>
            <a:fillRect/>
          </a:stretch>
        </p:blipFill>
        <p:spPr>
          <a:xfrm>
            <a:off x="6766560" y="-822960"/>
            <a:ext cx="274320" cy="274320"/>
          </a:xfrm>
          <a:prstGeom prst="rect">
            <a:avLst/>
          </a:prstGeom>
        </p:spPr>
      </p:pic>
      <p:pic>
        <p:nvPicPr>
          <p:cNvPr id="19" name="Lá rơi 1" descr="Cánh hoa rơi">    </p:cNvPr>
          <p:cNvPicPr>
            <a:picLocks noChangeAspect="1"/>
          </p:cNvPicPr>
          <p:nvPr/>
        </p:nvPicPr>
        <p:blipFill>
          <a:blip r:embed="rId16"/>
          <a:stretch>
            <a:fillRect/>
          </a:stretch>
        </p:blipFill>
        <p:spPr>
          <a:xfrm>
            <a:off x="2286000" y="-822960"/>
            <a:ext cx="502920" cy="502920"/>
          </a:xfrm>
          <a:prstGeom prst="rect">
            <a:avLst/>
          </a:prstGeom>
        </p:spPr>
      </p:pic>
      <p:pic>
        <p:nvPicPr>
          <p:cNvPr id="20" name="Lá rơi 2" descr="Cánh hoa rơi">    </p:cNvPr>
          <p:cNvPicPr>
            <a:picLocks noChangeAspect="1"/>
          </p:cNvPicPr>
          <p:nvPr/>
        </p:nvPicPr>
        <p:blipFill>
          <a:blip r:embed="rId17"/>
          <a:stretch>
            <a:fillRect/>
          </a:stretch>
        </p:blipFill>
        <p:spPr>
          <a:xfrm>
            <a:off x="8046720" y="-822960"/>
            <a:ext cx="457200" cy="457200"/>
          </a:xfrm>
          <a:prstGeom prst="rect">
            <a:avLst/>
          </a:prstGeom>
        </p:spPr>
      </p:pic>
      <p:pic>
        <p:nvPicPr>
          <p:cNvPr id="21" name="Lá rơi 3" descr="Cánh hoa rơi">    </p:cNvPr>
          <p:cNvPicPr>
            <a:picLocks noChangeAspect="1"/>
          </p:cNvPicPr>
          <p:nvPr/>
        </p:nvPicPr>
        <p:blipFill>
          <a:blip r:embed="rId18"/>
          <a:stretch>
            <a:fillRect/>
          </a:stretch>
        </p:blipFill>
        <p:spPr>
          <a:xfrm>
            <a:off x="10972800" y="-822960"/>
            <a:ext cx="438912" cy="438912"/>
          </a:xfrm>
          <a:prstGeom prst="rect">
            <a:avLst/>
          </a:prstGeom>
        </p:spPr>
      </p:pic>
      <p:sp>
        <p:nvSpPr>
          <p:cNvPr id="22" name="Dòng 1"/>
          <p:cNvSpPr/>
          <p:nvPr/>
        </p:nvSpPr>
        <p:spPr>
          <a:xfrm>
            <a:off x="731520" y="2514600"/>
            <a:ext cx="7680960" cy="621792"/>
          </a:xfrm>
          <a:prstGeom prst="roundRect">
            <a:avLst>
              <a:gd name="adj" fmla="val 50000"/>
            </a:avLst>
          </a:prstGeom>
          <a:solidFill>
            <a:schemeClr val="bg1">
              <a:alpha val="80000"/>
            </a:schemeClr>
          </a:solidFill>
          <a:ln/>
          <a:effectLst>
            <a:outerShdw sx="100000" sy="100000" kx="0" ky="0" algn="bl" rotWithShape="0" blurRad="203200" dist="50800" dir="5400000">
              <a:srgbClr val="B0436B">
                <a:alpha val="18000"/>
              </a:srgbClr>
            </a:outerShdw>
          </a:effectLst>
        </p:spPr>
      </p:sp>
      <p:sp>
        <p:nvSpPr>
          <p:cNvPr id="23" name="Giờ nền 1"/>
          <p:cNvSpPr/>
          <p:nvPr/>
        </p:nvSpPr>
        <p:spPr>
          <a:xfrm>
            <a:off x="804672" y="2587752"/>
            <a:ext cx="1188720" cy="475488"/>
          </a:xfrm>
          <a:prstGeom prst="roundRect">
            <a:avLst>
              <a:gd name="adj" fmla="val 50000"/>
            </a:avLst>
          </a:prstGeom>
          <a:solidFill>
            <a:schemeClr val="accent1"/>
          </a:solidFill>
          <a:ln/>
        </p:spPr>
      </p:sp>
      <p:sp>
        <p:nvSpPr>
          <p:cNvPr id="24" name="Giờ 1"/>
          <p:cNvSpPr txBox="1"/>
          <p:nvPr/>
        </p:nvSpPr>
        <p:spPr>
          <a:xfrm>
            <a:off x="804672" y="2587752"/>
            <a:ext cx="1188720" cy="475488"/>
          </a:xfrm>
          <a:prstGeom prst="rect">
            <a:avLst/>
          </a:prstGeom>
          <a:noFill/>
          <a:ln/>
        </p:spPr>
        <p:txBody>
          <a:bodyPr wrap="square" lIns="0" tIns="0" rIns="0" bIns="0" rtlCol="0" anchor="ctr"/>
          <a:lstStyle/>
          <a:p>
            <a:pPr algn="ctr" indent="0" marL="0">
              <a:buNone/>
            </a:pPr>
            <a:r>
              <a:rPr lang="en-US" sz="1700" b="1" dirty="0">
                <a:solidFill>
                  <a:schemeClr val="bg1"/>
                </a:solidFill>
              </a:rPr>
              <a:t>08:00</a:t>
            </a:r>
            <a:endParaRPr lang="en-US" sz="1700" dirty="0"/>
          </a:p>
        </p:txBody>
      </p:sp>
      <p:sp>
        <p:nvSpPr>
          <p:cNvPr id="25" name="Nội dung 1"/>
          <p:cNvSpPr txBox="1"/>
          <p:nvPr/>
        </p:nvSpPr>
        <p:spPr>
          <a:xfrm>
            <a:off x="2240280" y="2514600"/>
            <a:ext cx="6035040" cy="621792"/>
          </a:xfrm>
          <a:prstGeom prst="rect">
            <a:avLst/>
          </a:prstGeom>
          <a:noFill/>
          <a:ln/>
        </p:spPr>
        <p:txBody>
          <a:bodyPr wrap="square" lIns="0" tIns="0" rIns="0" bIns="0" rtlCol="0" anchor="ctr"/>
          <a:lstStyle/>
          <a:p>
            <a:pPr indent="0" marL="0">
              <a:buNone/>
            </a:pPr>
            <a:r>
              <a:rPr lang="en-US" sz="1800" dirty="0">
                <a:solidFill>
                  <a:schemeClr val="tx1"/>
                </a:solidFill>
              </a:rPr>
              <a:t>Đón tiếp đại biểu, văn nghệ chào mừng</a:t>
            </a:r>
            <a:endParaRPr lang="en-US" sz="1800" dirty="0"/>
          </a:p>
        </p:txBody>
      </p:sp>
      <p:sp>
        <p:nvSpPr>
          <p:cNvPr id="26" name="Dòng 2"/>
          <p:cNvSpPr/>
          <p:nvPr/>
        </p:nvSpPr>
        <p:spPr>
          <a:xfrm>
            <a:off x="731520" y="3282696"/>
            <a:ext cx="7680960" cy="621792"/>
          </a:xfrm>
          <a:prstGeom prst="roundRect">
            <a:avLst>
              <a:gd name="adj" fmla="val 50000"/>
            </a:avLst>
          </a:prstGeom>
          <a:solidFill>
            <a:schemeClr val="bg1">
              <a:alpha val="80000"/>
            </a:schemeClr>
          </a:solidFill>
          <a:ln/>
          <a:effectLst>
            <a:outerShdw sx="100000" sy="100000" kx="0" ky="0" algn="bl" rotWithShape="0" blurRad="203200" dist="50800" dir="5400000">
              <a:srgbClr val="B0436B">
                <a:alpha val="18000"/>
              </a:srgbClr>
            </a:outerShdw>
          </a:effectLst>
        </p:spPr>
      </p:sp>
      <p:sp>
        <p:nvSpPr>
          <p:cNvPr id="27" name="Giờ nền 2"/>
          <p:cNvSpPr/>
          <p:nvPr/>
        </p:nvSpPr>
        <p:spPr>
          <a:xfrm>
            <a:off x="804672" y="3355848"/>
            <a:ext cx="1188720" cy="475488"/>
          </a:xfrm>
          <a:prstGeom prst="roundRect">
            <a:avLst>
              <a:gd name="adj" fmla="val 50000"/>
            </a:avLst>
          </a:prstGeom>
          <a:solidFill>
            <a:schemeClr val="accent2"/>
          </a:solidFill>
          <a:ln/>
        </p:spPr>
      </p:sp>
      <p:sp>
        <p:nvSpPr>
          <p:cNvPr id="28" name="Giờ 2"/>
          <p:cNvSpPr txBox="1"/>
          <p:nvPr/>
        </p:nvSpPr>
        <p:spPr>
          <a:xfrm>
            <a:off x="804672" y="3355848"/>
            <a:ext cx="1188720" cy="475488"/>
          </a:xfrm>
          <a:prstGeom prst="rect">
            <a:avLst/>
          </a:prstGeom>
          <a:noFill/>
          <a:ln/>
        </p:spPr>
        <p:txBody>
          <a:bodyPr wrap="square" lIns="0" tIns="0" rIns="0" bIns="0" rtlCol="0" anchor="ctr"/>
          <a:lstStyle/>
          <a:p>
            <a:pPr algn="ctr" indent="0" marL="0">
              <a:buNone/>
            </a:pPr>
            <a:r>
              <a:rPr lang="en-US" sz="1700" b="1" dirty="0">
                <a:solidFill>
                  <a:schemeClr val="bg1"/>
                </a:solidFill>
              </a:rPr>
              <a:t>08:30</a:t>
            </a:r>
            <a:endParaRPr lang="en-US" sz="1700" dirty="0"/>
          </a:p>
        </p:txBody>
      </p:sp>
      <p:sp>
        <p:nvSpPr>
          <p:cNvPr id="29" name="Nội dung 2"/>
          <p:cNvSpPr txBox="1"/>
          <p:nvPr/>
        </p:nvSpPr>
        <p:spPr>
          <a:xfrm>
            <a:off x="2240280" y="3282696"/>
            <a:ext cx="6035040" cy="621792"/>
          </a:xfrm>
          <a:prstGeom prst="rect">
            <a:avLst/>
          </a:prstGeom>
          <a:noFill/>
          <a:ln/>
        </p:spPr>
        <p:txBody>
          <a:bodyPr wrap="square" lIns="0" tIns="0" rIns="0" bIns="0" rtlCol="0" anchor="ctr"/>
          <a:lstStyle/>
          <a:p>
            <a:pPr indent="0" marL="0">
              <a:buNone/>
            </a:pPr>
            <a:r>
              <a:rPr lang="en-US" sz="1800" dirty="0">
                <a:solidFill>
                  <a:schemeClr val="tx1"/>
                </a:solidFill>
              </a:rPr>
              <a:t>Tuyên bố lý do, giới thiệu đại biểu</a:t>
            </a:r>
            <a:endParaRPr lang="en-US" sz="1800" dirty="0"/>
          </a:p>
        </p:txBody>
      </p:sp>
      <p:sp>
        <p:nvSpPr>
          <p:cNvPr id="30" name="Dòng 3"/>
          <p:cNvSpPr/>
          <p:nvPr/>
        </p:nvSpPr>
        <p:spPr>
          <a:xfrm>
            <a:off x="731520" y="4050792"/>
            <a:ext cx="7680960" cy="621792"/>
          </a:xfrm>
          <a:prstGeom prst="roundRect">
            <a:avLst>
              <a:gd name="adj" fmla="val 50000"/>
            </a:avLst>
          </a:prstGeom>
          <a:solidFill>
            <a:schemeClr val="bg1">
              <a:alpha val="80000"/>
            </a:schemeClr>
          </a:solidFill>
          <a:ln/>
          <a:effectLst>
            <a:outerShdw sx="100000" sy="100000" kx="0" ky="0" algn="bl" rotWithShape="0" blurRad="203200" dist="50800" dir="5400000">
              <a:srgbClr val="B0436B">
                <a:alpha val="18000"/>
              </a:srgbClr>
            </a:outerShdw>
          </a:effectLst>
        </p:spPr>
      </p:sp>
      <p:sp>
        <p:nvSpPr>
          <p:cNvPr id="31" name="Giờ nền 3"/>
          <p:cNvSpPr/>
          <p:nvPr/>
        </p:nvSpPr>
        <p:spPr>
          <a:xfrm>
            <a:off x="804672" y="4123944"/>
            <a:ext cx="1188720" cy="475488"/>
          </a:xfrm>
          <a:prstGeom prst="roundRect">
            <a:avLst>
              <a:gd name="adj" fmla="val 50000"/>
            </a:avLst>
          </a:prstGeom>
          <a:solidFill>
            <a:schemeClr val="accent1"/>
          </a:solidFill>
          <a:ln/>
        </p:spPr>
      </p:sp>
      <p:sp>
        <p:nvSpPr>
          <p:cNvPr id="32" name="Giờ 3"/>
          <p:cNvSpPr txBox="1"/>
          <p:nvPr/>
        </p:nvSpPr>
        <p:spPr>
          <a:xfrm>
            <a:off x="804672" y="4123944"/>
            <a:ext cx="1188720" cy="475488"/>
          </a:xfrm>
          <a:prstGeom prst="rect">
            <a:avLst/>
          </a:prstGeom>
          <a:noFill/>
          <a:ln/>
        </p:spPr>
        <p:txBody>
          <a:bodyPr wrap="square" lIns="0" tIns="0" rIns="0" bIns="0" rtlCol="0" anchor="ctr"/>
          <a:lstStyle/>
          <a:p>
            <a:pPr algn="ctr" indent="0" marL="0">
              <a:buNone/>
            </a:pPr>
            <a:r>
              <a:rPr lang="en-US" sz="1700" b="1" dirty="0">
                <a:solidFill>
                  <a:schemeClr val="bg1"/>
                </a:solidFill>
              </a:rPr>
              <a:t>08:40</a:t>
            </a:r>
            <a:endParaRPr lang="en-US" sz="1700" dirty="0"/>
          </a:p>
        </p:txBody>
      </p:sp>
      <p:sp>
        <p:nvSpPr>
          <p:cNvPr id="33" name="Nội dung 3"/>
          <p:cNvSpPr txBox="1"/>
          <p:nvPr/>
        </p:nvSpPr>
        <p:spPr>
          <a:xfrm>
            <a:off x="2240280" y="4050792"/>
            <a:ext cx="6035040" cy="621792"/>
          </a:xfrm>
          <a:prstGeom prst="rect">
            <a:avLst/>
          </a:prstGeom>
          <a:noFill/>
          <a:ln/>
        </p:spPr>
        <p:txBody>
          <a:bodyPr wrap="square" lIns="0" tIns="0" rIns="0" bIns="0" rtlCol="0" anchor="ctr"/>
          <a:lstStyle/>
          <a:p>
            <a:pPr indent="0" marL="0">
              <a:buNone/>
            </a:pPr>
            <a:r>
              <a:rPr lang="en-US" sz="1800" dirty="0">
                <a:solidFill>
                  <a:schemeClr val="tx1"/>
                </a:solidFill>
              </a:rPr>
              <a:t>Ôn lại truyền thống Ngày Phụ nữ Việt Nam 20/10</a:t>
            </a:r>
            <a:endParaRPr lang="en-US" sz="1800" dirty="0"/>
          </a:p>
        </p:txBody>
      </p:sp>
      <p:sp>
        <p:nvSpPr>
          <p:cNvPr id="34" name="Dòng 4"/>
          <p:cNvSpPr/>
          <p:nvPr/>
        </p:nvSpPr>
        <p:spPr>
          <a:xfrm>
            <a:off x="731520" y="4818888"/>
            <a:ext cx="7680960" cy="621792"/>
          </a:xfrm>
          <a:prstGeom prst="roundRect">
            <a:avLst>
              <a:gd name="adj" fmla="val 50000"/>
            </a:avLst>
          </a:prstGeom>
          <a:solidFill>
            <a:schemeClr val="bg1">
              <a:alpha val="80000"/>
            </a:schemeClr>
          </a:solidFill>
          <a:ln/>
          <a:effectLst>
            <a:outerShdw sx="100000" sy="100000" kx="0" ky="0" algn="bl" rotWithShape="0" blurRad="203200" dist="50800" dir="5400000">
              <a:srgbClr val="B0436B">
                <a:alpha val="18000"/>
              </a:srgbClr>
            </a:outerShdw>
          </a:effectLst>
        </p:spPr>
      </p:sp>
      <p:sp>
        <p:nvSpPr>
          <p:cNvPr id="35" name="Giờ nền 4"/>
          <p:cNvSpPr/>
          <p:nvPr/>
        </p:nvSpPr>
        <p:spPr>
          <a:xfrm>
            <a:off x="804672" y="4892040"/>
            <a:ext cx="1188720" cy="475488"/>
          </a:xfrm>
          <a:prstGeom prst="roundRect">
            <a:avLst>
              <a:gd name="adj" fmla="val 50000"/>
            </a:avLst>
          </a:prstGeom>
          <a:solidFill>
            <a:schemeClr val="accent2"/>
          </a:solidFill>
          <a:ln/>
        </p:spPr>
      </p:sp>
      <p:sp>
        <p:nvSpPr>
          <p:cNvPr id="36" name="Giờ 4"/>
          <p:cNvSpPr txBox="1"/>
          <p:nvPr/>
        </p:nvSpPr>
        <p:spPr>
          <a:xfrm>
            <a:off x="804672" y="4892040"/>
            <a:ext cx="1188720" cy="475488"/>
          </a:xfrm>
          <a:prstGeom prst="rect">
            <a:avLst/>
          </a:prstGeom>
          <a:noFill/>
          <a:ln/>
        </p:spPr>
        <p:txBody>
          <a:bodyPr wrap="square" lIns="0" tIns="0" rIns="0" bIns="0" rtlCol="0" anchor="ctr"/>
          <a:lstStyle/>
          <a:p>
            <a:pPr algn="ctr" indent="0" marL="0">
              <a:buNone/>
            </a:pPr>
            <a:r>
              <a:rPr lang="en-US" sz="1700" b="1" dirty="0">
                <a:solidFill>
                  <a:schemeClr val="bg1"/>
                </a:solidFill>
              </a:rPr>
              <a:t>09:00</a:t>
            </a:r>
            <a:endParaRPr lang="en-US" sz="1700" dirty="0"/>
          </a:p>
        </p:txBody>
      </p:sp>
      <p:sp>
        <p:nvSpPr>
          <p:cNvPr id="37" name="Nội dung 4"/>
          <p:cNvSpPr txBox="1"/>
          <p:nvPr/>
        </p:nvSpPr>
        <p:spPr>
          <a:xfrm>
            <a:off x="2240280" y="4818888"/>
            <a:ext cx="6035040" cy="621792"/>
          </a:xfrm>
          <a:prstGeom prst="rect">
            <a:avLst/>
          </a:prstGeom>
          <a:noFill/>
          <a:ln/>
        </p:spPr>
        <p:txBody>
          <a:bodyPr wrap="square" lIns="0" tIns="0" rIns="0" bIns="0" rtlCol="0" anchor="ctr"/>
          <a:lstStyle/>
          <a:p>
            <a:pPr indent="0" marL="0">
              <a:buNone/>
            </a:pPr>
            <a:r>
              <a:rPr lang="en-US" sz="1800" dirty="0">
                <a:solidFill>
                  <a:schemeClr val="tx1"/>
                </a:solidFill>
              </a:rPr>
              <a:t>Phát biểu chúc mừng của Ban Giám đốc Công ty</a:t>
            </a:r>
            <a:endParaRPr lang="en-US" sz="1800" dirty="0"/>
          </a:p>
        </p:txBody>
      </p:sp>
      <p:sp>
        <p:nvSpPr>
          <p:cNvPr id="38" name="Dòng 5"/>
          <p:cNvSpPr/>
          <p:nvPr/>
        </p:nvSpPr>
        <p:spPr>
          <a:xfrm>
            <a:off x="731520" y="5586984"/>
            <a:ext cx="7680960" cy="621792"/>
          </a:xfrm>
          <a:prstGeom prst="roundRect">
            <a:avLst>
              <a:gd name="adj" fmla="val 50000"/>
            </a:avLst>
          </a:prstGeom>
          <a:solidFill>
            <a:schemeClr val="bg1">
              <a:alpha val="80000"/>
            </a:schemeClr>
          </a:solidFill>
          <a:ln/>
          <a:effectLst>
            <a:outerShdw sx="100000" sy="100000" kx="0" ky="0" algn="bl" rotWithShape="0" blurRad="203200" dist="50800" dir="5400000">
              <a:srgbClr val="B0436B">
                <a:alpha val="18000"/>
              </a:srgbClr>
            </a:outerShdw>
          </a:effectLst>
        </p:spPr>
      </p:sp>
      <p:sp>
        <p:nvSpPr>
          <p:cNvPr id="39" name="Giờ nền 5"/>
          <p:cNvSpPr/>
          <p:nvPr/>
        </p:nvSpPr>
        <p:spPr>
          <a:xfrm>
            <a:off x="804672" y="5660136"/>
            <a:ext cx="1188720" cy="475488"/>
          </a:xfrm>
          <a:prstGeom prst="roundRect">
            <a:avLst>
              <a:gd name="adj" fmla="val 50000"/>
            </a:avLst>
          </a:prstGeom>
          <a:solidFill>
            <a:schemeClr val="accent1"/>
          </a:solidFill>
          <a:ln/>
        </p:spPr>
      </p:sp>
      <p:sp>
        <p:nvSpPr>
          <p:cNvPr id="40" name="Giờ 5"/>
          <p:cNvSpPr txBox="1"/>
          <p:nvPr/>
        </p:nvSpPr>
        <p:spPr>
          <a:xfrm>
            <a:off x="804672" y="5660136"/>
            <a:ext cx="1188720" cy="475488"/>
          </a:xfrm>
          <a:prstGeom prst="rect">
            <a:avLst/>
          </a:prstGeom>
          <a:noFill/>
          <a:ln/>
        </p:spPr>
        <p:txBody>
          <a:bodyPr wrap="square" lIns="0" tIns="0" rIns="0" bIns="0" rtlCol="0" anchor="ctr"/>
          <a:lstStyle/>
          <a:p>
            <a:pPr algn="ctr" indent="0" marL="0">
              <a:buNone/>
            </a:pPr>
            <a:r>
              <a:rPr lang="en-US" sz="1700" b="1" dirty="0">
                <a:solidFill>
                  <a:schemeClr val="bg1"/>
                </a:solidFill>
              </a:rPr>
              <a:t>09:20</a:t>
            </a:r>
            <a:endParaRPr lang="en-US" sz="1700" dirty="0"/>
          </a:p>
        </p:txBody>
      </p:sp>
      <p:sp>
        <p:nvSpPr>
          <p:cNvPr id="41" name="Nội dung 5"/>
          <p:cNvSpPr txBox="1"/>
          <p:nvPr/>
        </p:nvSpPr>
        <p:spPr>
          <a:xfrm>
            <a:off x="2240280" y="5586984"/>
            <a:ext cx="6035040" cy="621792"/>
          </a:xfrm>
          <a:prstGeom prst="rect">
            <a:avLst/>
          </a:prstGeom>
          <a:noFill/>
          <a:ln/>
        </p:spPr>
        <p:txBody>
          <a:bodyPr wrap="square" lIns="0" tIns="0" rIns="0" bIns="0" rtlCol="0" anchor="ctr"/>
          <a:lstStyle/>
          <a:p>
            <a:pPr indent="0" marL="0">
              <a:buNone/>
            </a:pPr>
            <a:r>
              <a:rPr lang="en-US" sz="1800" dirty="0">
                <a:solidFill>
                  <a:schemeClr val="tx1"/>
                </a:solidFill>
              </a:rPr>
              <a:t>Tặng hoa, quà chúc mừng – giao lưu, chụp ảnh lưu niệm</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8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repeatCount="indefinite" fill="hold" nodeType="withEffect">
                                  <p:stCondLst>
                                    <p:cond delay="0"/>
                                  </p:stCondLst>
                                  <p:childTnLst>
                                    <p:animMotion origin="layout" path="M 0 0 C 0.060 0.2 -0.060 0.4 0.024 0.6 C 0.084 0.8 -0.012 1.0 0.048 1.18 E" pathEditMode="relative" ptsTypes="">
                                      <p:cBhvr>
                                        <p:cTn id="6" dur="11000" fill="hold"/>
                                        <p:tgtEl>
                                          <p:spTgt spid="7"/>
                                        </p:tgtEl>
                                        <p:attrNameLst>
                                          <p:attrName>ppt_x</p:attrName>
                                          <p:attrName>ppt_y</p:attrName>
                                        </p:attrNameLst>
                                      </p:cBhvr>
                                    </p:animMotion>
                                  </p:childTnLst>
                                </p:cTn>
                              </p:par>
                              <p:par>
                                <p:cTn id="7" presetID="8" presetClass="emph" presetSubtype="0" repeatCount="indefinite" fill="hold" nodeType="withEffect">
                                  <p:stCondLst>
                                    <p:cond delay="0"/>
                                  </p:stCondLst>
                                  <p:childTnLst>
                                    <p:animRot by="21600000">
                                      <p:cBhvr>
                                        <p:cTn id="8" dur="3500" fill="hold"/>
                                        <p:tgtEl>
                                          <p:spTgt spid="7"/>
                                        </p:tgtEl>
                                        <p:attrNameLst>
                                          <p:attrName>r</p:attrName>
                                        </p:attrNameLst>
                                      </p:cBhvr>
                                    </p:animRot>
                                  </p:childTnLst>
                                </p:cTn>
                              </p:par>
                              <p:par>
                                <p:cTn id="9" presetID="42" presetClass="entr" presetSubtype="0" fill="hold" grpId="0" nodeType="withEffect">
                                  <p:stCondLst>
                                    <p:cond delay="40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550"/>
                                        <p:tgtEl>
                                          <p:spTgt spid="22"/>
                                        </p:tgtEl>
                                      </p:cBhvr>
                                    </p:animEffect>
                                    <p:anim calcmode="lin" valueType="num">
                                      <p:cBhvr>
                                        <p:cTn id="12" dur="550" fill="hold"/>
                                        <p:tgtEl>
                                          <p:spTgt spid="22"/>
                                        </p:tgtEl>
                                        <p:attrNameLst>
                                          <p:attrName>ppt_x</p:attrName>
                                        </p:attrNameLst>
                                      </p:cBhvr>
                                      <p:tavLst>
                                        <p:tav tm="0">
                                          <p:val>
                                            <p:strVal val="#ppt_x"/>
                                          </p:val>
                                        </p:tav>
                                        <p:tav tm="100000">
                                          <p:val>
                                            <p:strVal val="#ppt_x"/>
                                          </p:val>
                                        </p:tav>
                                      </p:tavLst>
                                    </p:anim>
                                    <p:anim calcmode="lin" valueType="num">
                                      <p:cBhvr>
                                        <p:cTn id="13" dur="550" fill="hold"/>
                                        <p:tgtEl>
                                          <p:spTgt spid="22"/>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40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50"/>
                                        <p:tgtEl>
                                          <p:spTgt spid="23"/>
                                        </p:tgtEl>
                                      </p:cBhvr>
                                    </p:animEffect>
                                    <p:anim calcmode="lin" valueType="num">
                                      <p:cBhvr>
                                        <p:cTn id="17" dur="550" fill="hold"/>
                                        <p:tgtEl>
                                          <p:spTgt spid="23"/>
                                        </p:tgtEl>
                                        <p:attrNameLst>
                                          <p:attrName>ppt_x</p:attrName>
                                        </p:attrNameLst>
                                      </p:cBhvr>
                                      <p:tavLst>
                                        <p:tav tm="0">
                                          <p:val>
                                            <p:strVal val="#ppt_x"/>
                                          </p:val>
                                        </p:tav>
                                        <p:tav tm="100000">
                                          <p:val>
                                            <p:strVal val="#ppt_x"/>
                                          </p:val>
                                        </p:tav>
                                      </p:tavLst>
                                    </p:anim>
                                    <p:anim calcmode="lin" valueType="num">
                                      <p:cBhvr>
                                        <p:cTn id="18" dur="550" fill="hold"/>
                                        <p:tgtEl>
                                          <p:spTgt spid="23"/>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40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50"/>
                                        <p:tgtEl>
                                          <p:spTgt spid="24"/>
                                        </p:tgtEl>
                                      </p:cBhvr>
                                    </p:animEffect>
                                    <p:anim calcmode="lin" valueType="num">
                                      <p:cBhvr>
                                        <p:cTn id="22" dur="550" fill="hold"/>
                                        <p:tgtEl>
                                          <p:spTgt spid="24"/>
                                        </p:tgtEl>
                                        <p:attrNameLst>
                                          <p:attrName>ppt_x</p:attrName>
                                        </p:attrNameLst>
                                      </p:cBhvr>
                                      <p:tavLst>
                                        <p:tav tm="0">
                                          <p:val>
                                            <p:strVal val="#ppt_x"/>
                                          </p:val>
                                        </p:tav>
                                        <p:tav tm="100000">
                                          <p:val>
                                            <p:strVal val="#ppt_x"/>
                                          </p:val>
                                        </p:tav>
                                      </p:tavLst>
                                    </p:anim>
                                    <p:anim calcmode="lin" valueType="num">
                                      <p:cBhvr>
                                        <p:cTn id="23" dur="550" fill="hold"/>
                                        <p:tgtEl>
                                          <p:spTgt spid="24"/>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40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550"/>
                                        <p:tgtEl>
                                          <p:spTgt spid="25"/>
                                        </p:tgtEl>
                                      </p:cBhvr>
                                    </p:animEffect>
                                    <p:anim calcmode="lin" valueType="num">
                                      <p:cBhvr>
                                        <p:cTn id="27" dur="550" fill="hold"/>
                                        <p:tgtEl>
                                          <p:spTgt spid="25"/>
                                        </p:tgtEl>
                                        <p:attrNameLst>
                                          <p:attrName>ppt_x</p:attrName>
                                        </p:attrNameLst>
                                      </p:cBhvr>
                                      <p:tavLst>
                                        <p:tav tm="0">
                                          <p:val>
                                            <p:strVal val="#ppt_x"/>
                                          </p:val>
                                        </p:tav>
                                        <p:tav tm="100000">
                                          <p:val>
                                            <p:strVal val="#ppt_x"/>
                                          </p:val>
                                        </p:tav>
                                      </p:tavLst>
                                    </p:anim>
                                    <p:anim calcmode="lin" valueType="num">
                                      <p:cBhvr>
                                        <p:cTn id="28" dur="550" fill="hold"/>
                                        <p:tgtEl>
                                          <p:spTgt spid="25"/>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78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50"/>
                                        <p:tgtEl>
                                          <p:spTgt spid="26"/>
                                        </p:tgtEl>
                                      </p:cBhvr>
                                    </p:animEffect>
                                    <p:anim calcmode="lin" valueType="num">
                                      <p:cBhvr>
                                        <p:cTn id="32" dur="550" fill="hold"/>
                                        <p:tgtEl>
                                          <p:spTgt spid="26"/>
                                        </p:tgtEl>
                                        <p:attrNameLst>
                                          <p:attrName>ppt_x</p:attrName>
                                        </p:attrNameLst>
                                      </p:cBhvr>
                                      <p:tavLst>
                                        <p:tav tm="0">
                                          <p:val>
                                            <p:strVal val="#ppt_x"/>
                                          </p:val>
                                        </p:tav>
                                        <p:tav tm="100000">
                                          <p:val>
                                            <p:strVal val="#ppt_x"/>
                                          </p:val>
                                        </p:tav>
                                      </p:tavLst>
                                    </p:anim>
                                    <p:anim calcmode="lin" valueType="num">
                                      <p:cBhvr>
                                        <p:cTn id="33" dur="550" fill="hold"/>
                                        <p:tgtEl>
                                          <p:spTgt spid="26"/>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780"/>
                                  </p:stCondLst>
                                  <p:childTnLst>
                                    <p:set>
                                      <p:cBhvr>
                                        <p:cTn id="35" dur="1" fill="hold">
                                          <p:stCondLst>
                                            <p:cond delay="0"/>
                                          </p:stCondLst>
                                        </p:cTn>
                                        <p:tgtEl>
                                          <p:spTgt spid="27"/>
                                        </p:tgtEl>
                                        <p:attrNameLst>
                                          <p:attrName>style.visibility</p:attrName>
                                        </p:attrNameLst>
                                      </p:cBhvr>
                                      <p:to>
                                        <p:strVal val="visible"/>
                                      </p:to>
                                    </p:set>
                                    <p:animEffect transition="in" filter="fade">
                                      <p:cBhvr>
                                        <p:cTn id="36" dur="550"/>
                                        <p:tgtEl>
                                          <p:spTgt spid="27"/>
                                        </p:tgtEl>
                                      </p:cBhvr>
                                    </p:animEffect>
                                    <p:anim calcmode="lin" valueType="num">
                                      <p:cBhvr>
                                        <p:cTn id="37" dur="550" fill="hold"/>
                                        <p:tgtEl>
                                          <p:spTgt spid="27"/>
                                        </p:tgtEl>
                                        <p:attrNameLst>
                                          <p:attrName>ppt_x</p:attrName>
                                        </p:attrNameLst>
                                      </p:cBhvr>
                                      <p:tavLst>
                                        <p:tav tm="0">
                                          <p:val>
                                            <p:strVal val="#ppt_x"/>
                                          </p:val>
                                        </p:tav>
                                        <p:tav tm="100000">
                                          <p:val>
                                            <p:strVal val="#ppt_x"/>
                                          </p:val>
                                        </p:tav>
                                      </p:tavLst>
                                    </p:anim>
                                    <p:anim calcmode="lin" valueType="num">
                                      <p:cBhvr>
                                        <p:cTn id="38" dur="550" fill="hold"/>
                                        <p:tgtEl>
                                          <p:spTgt spid="27"/>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78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550"/>
                                        <p:tgtEl>
                                          <p:spTgt spid="28"/>
                                        </p:tgtEl>
                                      </p:cBhvr>
                                    </p:animEffect>
                                    <p:anim calcmode="lin" valueType="num">
                                      <p:cBhvr>
                                        <p:cTn id="42" dur="550" fill="hold"/>
                                        <p:tgtEl>
                                          <p:spTgt spid="28"/>
                                        </p:tgtEl>
                                        <p:attrNameLst>
                                          <p:attrName>ppt_x</p:attrName>
                                        </p:attrNameLst>
                                      </p:cBhvr>
                                      <p:tavLst>
                                        <p:tav tm="0">
                                          <p:val>
                                            <p:strVal val="#ppt_x"/>
                                          </p:val>
                                        </p:tav>
                                        <p:tav tm="100000">
                                          <p:val>
                                            <p:strVal val="#ppt_x"/>
                                          </p:val>
                                        </p:tav>
                                      </p:tavLst>
                                    </p:anim>
                                    <p:anim calcmode="lin" valueType="num">
                                      <p:cBhvr>
                                        <p:cTn id="43" dur="550" fill="hold"/>
                                        <p:tgtEl>
                                          <p:spTgt spid="28"/>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78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550"/>
                                        <p:tgtEl>
                                          <p:spTgt spid="29"/>
                                        </p:tgtEl>
                                      </p:cBhvr>
                                    </p:animEffect>
                                    <p:anim calcmode="lin" valueType="num">
                                      <p:cBhvr>
                                        <p:cTn id="47" dur="550" fill="hold"/>
                                        <p:tgtEl>
                                          <p:spTgt spid="29"/>
                                        </p:tgtEl>
                                        <p:attrNameLst>
                                          <p:attrName>ppt_x</p:attrName>
                                        </p:attrNameLst>
                                      </p:cBhvr>
                                      <p:tavLst>
                                        <p:tav tm="0">
                                          <p:val>
                                            <p:strVal val="#ppt_x"/>
                                          </p:val>
                                        </p:tav>
                                        <p:tav tm="100000">
                                          <p:val>
                                            <p:strVal val="#ppt_x"/>
                                          </p:val>
                                        </p:tav>
                                      </p:tavLst>
                                    </p:anim>
                                    <p:anim calcmode="lin" valueType="num">
                                      <p:cBhvr>
                                        <p:cTn id="48" dur="550" fill="hold"/>
                                        <p:tgtEl>
                                          <p:spTgt spid="29"/>
                                        </p:tgtEl>
                                        <p:attrNameLst>
                                          <p:attrName>ppt_y</p:attrName>
                                        </p:attrNameLst>
                                      </p:cBhvr>
                                      <p:tavLst>
                                        <p:tav tm="0">
                                          <p:val>
                                            <p:strVal val="#ppt_y+.1"/>
                                          </p:val>
                                        </p:tav>
                                        <p:tav tm="100000">
                                          <p:val>
                                            <p:strVal val="#ppt_y"/>
                                          </p:val>
                                        </p:tav>
                                      </p:tavLst>
                                    </p:anim>
                                  </p:childTnLst>
                                </p:cTn>
                              </p:par>
                              <p:par>
                                <p:cTn id="49" presetID="0" presetClass="path" presetSubtype="0" repeatCount="indefinite" fill="hold" nodeType="withEffect">
                                  <p:stCondLst>
                                    <p:cond delay="1070"/>
                                  </p:stCondLst>
                                  <p:childTnLst>
                                    <p:animMotion origin="layout" path="M 0 0 C 0.040 0.2 -0.040 0.4 0.016 0.6 C 0.056 0.8 -0.008 1.0 0.032 1.18 E" pathEditMode="relative" ptsTypes="">
                                      <p:cBhvr>
                                        <p:cTn id="50" dur="9300" fill="hold"/>
                                        <p:tgtEl>
                                          <p:spTgt spid="18"/>
                                        </p:tgtEl>
                                        <p:attrNameLst>
                                          <p:attrName>ppt_x</p:attrName>
                                          <p:attrName>ppt_y</p:attrName>
                                        </p:attrNameLst>
                                      </p:cBhvr>
                                    </p:animMotion>
                                  </p:childTnLst>
                                </p:cTn>
                              </p:par>
                              <p:par>
                                <p:cTn id="51" presetID="8" presetClass="emph" presetSubtype="0" repeatCount="indefinite" fill="hold" nodeType="withEffect">
                                  <p:stCondLst>
                                    <p:cond delay="1070"/>
                                  </p:stCondLst>
                                  <p:childTnLst>
                                    <p:animRot by="-21600000">
                                      <p:cBhvr>
                                        <p:cTn id="52" dur="5200" fill="hold"/>
                                        <p:tgtEl>
                                          <p:spTgt spid="18"/>
                                        </p:tgtEl>
                                        <p:attrNameLst>
                                          <p:attrName>r</p:attrName>
                                        </p:attrNameLst>
                                      </p:cBhvr>
                                    </p:animRot>
                                  </p:childTnLst>
                                </p:cTn>
                              </p:par>
                              <p:par>
                                <p:cTn id="53" presetID="42" presetClass="entr" presetSubtype="0" fill="hold" grpId="0" nodeType="withEffect">
                                  <p:stCondLst>
                                    <p:cond delay="116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550"/>
                                        <p:tgtEl>
                                          <p:spTgt spid="30"/>
                                        </p:tgtEl>
                                      </p:cBhvr>
                                    </p:animEffect>
                                    <p:anim calcmode="lin" valueType="num">
                                      <p:cBhvr>
                                        <p:cTn id="56" dur="550" fill="hold"/>
                                        <p:tgtEl>
                                          <p:spTgt spid="30"/>
                                        </p:tgtEl>
                                        <p:attrNameLst>
                                          <p:attrName>ppt_x</p:attrName>
                                        </p:attrNameLst>
                                      </p:cBhvr>
                                      <p:tavLst>
                                        <p:tav tm="0">
                                          <p:val>
                                            <p:strVal val="#ppt_x"/>
                                          </p:val>
                                        </p:tav>
                                        <p:tav tm="100000">
                                          <p:val>
                                            <p:strVal val="#ppt_x"/>
                                          </p:val>
                                        </p:tav>
                                      </p:tavLst>
                                    </p:anim>
                                    <p:anim calcmode="lin" valueType="num">
                                      <p:cBhvr>
                                        <p:cTn id="57" dur="550" fill="hold"/>
                                        <p:tgtEl>
                                          <p:spTgt spid="30"/>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116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550"/>
                                        <p:tgtEl>
                                          <p:spTgt spid="31"/>
                                        </p:tgtEl>
                                      </p:cBhvr>
                                    </p:animEffect>
                                    <p:anim calcmode="lin" valueType="num">
                                      <p:cBhvr>
                                        <p:cTn id="61" dur="550" fill="hold"/>
                                        <p:tgtEl>
                                          <p:spTgt spid="31"/>
                                        </p:tgtEl>
                                        <p:attrNameLst>
                                          <p:attrName>ppt_x</p:attrName>
                                        </p:attrNameLst>
                                      </p:cBhvr>
                                      <p:tavLst>
                                        <p:tav tm="0">
                                          <p:val>
                                            <p:strVal val="#ppt_x"/>
                                          </p:val>
                                        </p:tav>
                                        <p:tav tm="100000">
                                          <p:val>
                                            <p:strVal val="#ppt_x"/>
                                          </p:val>
                                        </p:tav>
                                      </p:tavLst>
                                    </p:anim>
                                    <p:anim calcmode="lin" valueType="num">
                                      <p:cBhvr>
                                        <p:cTn id="62" dur="550" fill="hold"/>
                                        <p:tgtEl>
                                          <p:spTgt spid="31"/>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1160"/>
                                  </p:stCondLst>
                                  <p:childTnLst>
                                    <p:set>
                                      <p:cBhvr>
                                        <p:cTn id="64" dur="1" fill="hold">
                                          <p:stCondLst>
                                            <p:cond delay="0"/>
                                          </p:stCondLst>
                                        </p:cTn>
                                        <p:tgtEl>
                                          <p:spTgt spid="32"/>
                                        </p:tgtEl>
                                        <p:attrNameLst>
                                          <p:attrName>style.visibility</p:attrName>
                                        </p:attrNameLst>
                                      </p:cBhvr>
                                      <p:to>
                                        <p:strVal val="visible"/>
                                      </p:to>
                                    </p:set>
                                    <p:animEffect transition="in" filter="fade">
                                      <p:cBhvr>
                                        <p:cTn id="65" dur="550"/>
                                        <p:tgtEl>
                                          <p:spTgt spid="32"/>
                                        </p:tgtEl>
                                      </p:cBhvr>
                                    </p:animEffect>
                                    <p:anim calcmode="lin" valueType="num">
                                      <p:cBhvr>
                                        <p:cTn id="66" dur="550" fill="hold"/>
                                        <p:tgtEl>
                                          <p:spTgt spid="32"/>
                                        </p:tgtEl>
                                        <p:attrNameLst>
                                          <p:attrName>ppt_x</p:attrName>
                                        </p:attrNameLst>
                                      </p:cBhvr>
                                      <p:tavLst>
                                        <p:tav tm="0">
                                          <p:val>
                                            <p:strVal val="#ppt_x"/>
                                          </p:val>
                                        </p:tav>
                                        <p:tav tm="100000">
                                          <p:val>
                                            <p:strVal val="#ppt_x"/>
                                          </p:val>
                                        </p:tav>
                                      </p:tavLst>
                                    </p:anim>
                                    <p:anim calcmode="lin" valueType="num">
                                      <p:cBhvr>
                                        <p:cTn id="67" dur="550" fill="hold"/>
                                        <p:tgtEl>
                                          <p:spTgt spid="32"/>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1160"/>
                                  </p:stCondLst>
                                  <p:childTnLst>
                                    <p:set>
                                      <p:cBhvr>
                                        <p:cTn id="69" dur="1" fill="hold">
                                          <p:stCondLst>
                                            <p:cond delay="0"/>
                                          </p:stCondLst>
                                        </p:cTn>
                                        <p:tgtEl>
                                          <p:spTgt spid="33"/>
                                        </p:tgtEl>
                                        <p:attrNameLst>
                                          <p:attrName>style.visibility</p:attrName>
                                        </p:attrNameLst>
                                      </p:cBhvr>
                                      <p:to>
                                        <p:strVal val="visible"/>
                                      </p:to>
                                    </p:set>
                                    <p:animEffect transition="in" filter="fade">
                                      <p:cBhvr>
                                        <p:cTn id="70" dur="550"/>
                                        <p:tgtEl>
                                          <p:spTgt spid="33"/>
                                        </p:tgtEl>
                                      </p:cBhvr>
                                    </p:animEffect>
                                    <p:anim calcmode="lin" valueType="num">
                                      <p:cBhvr>
                                        <p:cTn id="71" dur="550" fill="hold"/>
                                        <p:tgtEl>
                                          <p:spTgt spid="33"/>
                                        </p:tgtEl>
                                        <p:attrNameLst>
                                          <p:attrName>ppt_x</p:attrName>
                                        </p:attrNameLst>
                                      </p:cBhvr>
                                      <p:tavLst>
                                        <p:tav tm="0">
                                          <p:val>
                                            <p:strVal val="#ppt_x"/>
                                          </p:val>
                                        </p:tav>
                                        <p:tav tm="100000">
                                          <p:val>
                                            <p:strVal val="#ppt_x"/>
                                          </p:val>
                                        </p:tav>
                                      </p:tavLst>
                                    </p:anim>
                                    <p:anim calcmode="lin" valueType="num">
                                      <p:cBhvr>
                                        <p:cTn id="72" dur="550" fill="hold"/>
                                        <p:tgtEl>
                                          <p:spTgt spid="33"/>
                                        </p:tgtEl>
                                        <p:attrNameLst>
                                          <p:attrName>ppt_y</p:attrName>
                                        </p:attrNameLst>
                                      </p:cBhvr>
                                      <p:tavLst>
                                        <p:tav tm="0">
                                          <p:val>
                                            <p:strVal val="#ppt_y+.1"/>
                                          </p:val>
                                        </p:tav>
                                        <p:tav tm="100000">
                                          <p:val>
                                            <p:strVal val="#ppt_y"/>
                                          </p:val>
                                        </p:tav>
                                      </p:tavLst>
                                    </p:anim>
                                  </p:childTnLst>
                                </p:cTn>
                              </p:par>
                              <p:par>
                                <p:cTn id="73" presetID="0" presetClass="path" presetSubtype="0" repeatCount="indefinite" fill="hold" nodeType="withEffect">
                                  <p:stCondLst>
                                    <p:cond delay="1220"/>
                                  </p:stCondLst>
                                  <p:childTnLst>
                                    <p:animMotion origin="layout" path="M 0 0 C 0.060 0.2 -0.060 0.4 0.024 0.6 C 0.084 0.8 -0.012 1.0 0.048 1.18 E" pathEditMode="relative" ptsTypes="">
                                      <p:cBhvr>
                                        <p:cTn id="74" dur="10500" fill="hold"/>
                                        <p:tgtEl>
                                          <p:spTgt spid="13"/>
                                        </p:tgtEl>
                                        <p:attrNameLst>
                                          <p:attrName>ppt_x</p:attrName>
                                          <p:attrName>ppt_y</p:attrName>
                                        </p:attrNameLst>
                                      </p:cBhvr>
                                    </p:animMotion>
                                  </p:childTnLst>
                                </p:cTn>
                              </p:par>
                              <p:par>
                                <p:cTn id="75" presetID="8" presetClass="emph" presetSubtype="0" repeatCount="indefinite" fill="hold" nodeType="withEffect">
                                  <p:stCondLst>
                                    <p:cond delay="1220"/>
                                  </p:stCondLst>
                                  <p:childTnLst>
                                    <p:animRot by="21600000">
                                      <p:cBhvr>
                                        <p:cTn id="76" dur="4700" fill="hold"/>
                                        <p:tgtEl>
                                          <p:spTgt spid="13"/>
                                        </p:tgtEl>
                                        <p:attrNameLst>
                                          <p:attrName>r</p:attrName>
                                        </p:attrNameLst>
                                      </p:cBhvr>
                                    </p:animRot>
                                  </p:childTnLst>
                                </p:cTn>
                              </p:par>
                              <p:par>
                                <p:cTn id="77" presetID="0" presetClass="path" presetSubtype="0" repeatCount="indefinite" fill="hold" nodeType="withEffect">
                                  <p:stCondLst>
                                    <p:cond delay="1370"/>
                                  </p:stCondLst>
                                  <p:childTnLst>
                                    <p:animMotion origin="layout" path="M 0 0 C -0.040 0.2 0.040 0.4 -0.016 0.6 C -0.056 0.8 0.008 1.0 -0.032 1.18 E" pathEditMode="relative" ptsTypes="">
                                      <p:cBhvr>
                                        <p:cTn id="78" dur="9500" fill="hold"/>
                                        <p:tgtEl>
                                          <p:spTgt spid="8"/>
                                        </p:tgtEl>
                                        <p:attrNameLst>
                                          <p:attrName>ppt_x</p:attrName>
                                          <p:attrName>ppt_y</p:attrName>
                                        </p:attrNameLst>
                                      </p:cBhvr>
                                    </p:animMotion>
                                  </p:childTnLst>
                                </p:cTn>
                              </p:par>
                              <p:par>
                                <p:cTn id="79" presetID="8" presetClass="emph" presetSubtype="0" repeatCount="indefinite" fill="hold" nodeType="withEffect">
                                  <p:stCondLst>
                                    <p:cond delay="1370"/>
                                  </p:stCondLst>
                                  <p:childTnLst>
                                    <p:animRot by="-21600000">
                                      <p:cBhvr>
                                        <p:cTn id="80" dur="4200" fill="hold"/>
                                        <p:tgtEl>
                                          <p:spTgt spid="8"/>
                                        </p:tgtEl>
                                        <p:attrNameLst>
                                          <p:attrName>r</p:attrName>
                                        </p:attrNameLst>
                                      </p:cBhvr>
                                    </p:animRot>
                                  </p:childTnLst>
                                </p:cTn>
                              </p:par>
                              <p:par>
                                <p:cTn id="81" presetID="0" presetClass="path" presetSubtype="0" repeatCount="indefinite" fill="hold" nodeType="withEffect">
                                  <p:stCondLst>
                                    <p:cond delay="1500"/>
                                  </p:stCondLst>
                                  <p:childTnLst>
                                    <p:animMotion origin="layout" path="M 0 0 C 0.100 0.2 -0.100 0.4 0.040 0.6 C 0.140 0.8 -0.020 1.0 0.080 1.18 E" pathEditMode="relative" ptsTypes="">
                                      <p:cBhvr>
                                        <p:cTn id="82" dur="13000" fill="hold"/>
                                        <p:tgtEl>
                                          <p:spTgt spid="19"/>
                                        </p:tgtEl>
                                        <p:attrNameLst>
                                          <p:attrName>ppt_x</p:attrName>
                                          <p:attrName>ppt_y</p:attrName>
                                        </p:attrNameLst>
                                      </p:cBhvr>
                                    </p:animMotion>
                                  </p:childTnLst>
                                </p:cTn>
                              </p:par>
                              <p:par>
                                <p:cTn id="83" presetID="8" presetClass="emph" presetSubtype="0" repeatCount="indefinite" fill="hold" nodeType="withEffect">
                                  <p:stCondLst>
                                    <p:cond delay="1500"/>
                                  </p:stCondLst>
                                  <p:childTnLst>
                                    <p:animRot by="21600000">
                                      <p:cBhvr>
                                        <p:cTn id="84" dur="3500" fill="hold"/>
                                        <p:tgtEl>
                                          <p:spTgt spid="19"/>
                                        </p:tgtEl>
                                        <p:attrNameLst>
                                          <p:attrName>r</p:attrName>
                                        </p:attrNameLst>
                                      </p:cBhvr>
                                    </p:animRot>
                                  </p:childTnLst>
                                </p:cTn>
                              </p:par>
                              <p:par>
                                <p:cTn id="85" presetID="42" presetClass="entr" presetSubtype="0" fill="hold" grpId="0" nodeType="withEffect">
                                  <p:stCondLst>
                                    <p:cond delay="1540"/>
                                  </p:stCondLst>
                                  <p:childTnLst>
                                    <p:set>
                                      <p:cBhvr>
                                        <p:cTn id="86" dur="1" fill="hold">
                                          <p:stCondLst>
                                            <p:cond delay="0"/>
                                          </p:stCondLst>
                                        </p:cTn>
                                        <p:tgtEl>
                                          <p:spTgt spid="34"/>
                                        </p:tgtEl>
                                        <p:attrNameLst>
                                          <p:attrName>style.visibility</p:attrName>
                                        </p:attrNameLst>
                                      </p:cBhvr>
                                      <p:to>
                                        <p:strVal val="visible"/>
                                      </p:to>
                                    </p:set>
                                    <p:animEffect transition="in" filter="fade">
                                      <p:cBhvr>
                                        <p:cTn id="87" dur="550"/>
                                        <p:tgtEl>
                                          <p:spTgt spid="34"/>
                                        </p:tgtEl>
                                      </p:cBhvr>
                                    </p:animEffect>
                                    <p:anim calcmode="lin" valueType="num">
                                      <p:cBhvr>
                                        <p:cTn id="88" dur="550" fill="hold"/>
                                        <p:tgtEl>
                                          <p:spTgt spid="34"/>
                                        </p:tgtEl>
                                        <p:attrNameLst>
                                          <p:attrName>ppt_x</p:attrName>
                                        </p:attrNameLst>
                                      </p:cBhvr>
                                      <p:tavLst>
                                        <p:tav tm="0">
                                          <p:val>
                                            <p:strVal val="#ppt_x"/>
                                          </p:val>
                                        </p:tav>
                                        <p:tav tm="100000">
                                          <p:val>
                                            <p:strVal val="#ppt_x"/>
                                          </p:val>
                                        </p:tav>
                                      </p:tavLst>
                                    </p:anim>
                                    <p:anim calcmode="lin" valueType="num">
                                      <p:cBhvr>
                                        <p:cTn id="89" dur="550" fill="hold"/>
                                        <p:tgtEl>
                                          <p:spTgt spid="34"/>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1540"/>
                                  </p:stCondLst>
                                  <p:childTnLst>
                                    <p:set>
                                      <p:cBhvr>
                                        <p:cTn id="91" dur="1" fill="hold">
                                          <p:stCondLst>
                                            <p:cond delay="0"/>
                                          </p:stCondLst>
                                        </p:cTn>
                                        <p:tgtEl>
                                          <p:spTgt spid="35"/>
                                        </p:tgtEl>
                                        <p:attrNameLst>
                                          <p:attrName>style.visibility</p:attrName>
                                        </p:attrNameLst>
                                      </p:cBhvr>
                                      <p:to>
                                        <p:strVal val="visible"/>
                                      </p:to>
                                    </p:set>
                                    <p:animEffect transition="in" filter="fade">
                                      <p:cBhvr>
                                        <p:cTn id="92" dur="550"/>
                                        <p:tgtEl>
                                          <p:spTgt spid="35"/>
                                        </p:tgtEl>
                                      </p:cBhvr>
                                    </p:animEffect>
                                    <p:anim calcmode="lin" valueType="num">
                                      <p:cBhvr>
                                        <p:cTn id="93" dur="550" fill="hold"/>
                                        <p:tgtEl>
                                          <p:spTgt spid="35"/>
                                        </p:tgtEl>
                                        <p:attrNameLst>
                                          <p:attrName>ppt_x</p:attrName>
                                        </p:attrNameLst>
                                      </p:cBhvr>
                                      <p:tavLst>
                                        <p:tav tm="0">
                                          <p:val>
                                            <p:strVal val="#ppt_x"/>
                                          </p:val>
                                        </p:tav>
                                        <p:tav tm="100000">
                                          <p:val>
                                            <p:strVal val="#ppt_x"/>
                                          </p:val>
                                        </p:tav>
                                      </p:tavLst>
                                    </p:anim>
                                    <p:anim calcmode="lin" valueType="num">
                                      <p:cBhvr>
                                        <p:cTn id="94" dur="550" fill="hold"/>
                                        <p:tgtEl>
                                          <p:spTgt spid="35"/>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154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550"/>
                                        <p:tgtEl>
                                          <p:spTgt spid="36"/>
                                        </p:tgtEl>
                                      </p:cBhvr>
                                    </p:animEffect>
                                    <p:anim calcmode="lin" valueType="num">
                                      <p:cBhvr>
                                        <p:cTn id="98" dur="550" fill="hold"/>
                                        <p:tgtEl>
                                          <p:spTgt spid="36"/>
                                        </p:tgtEl>
                                        <p:attrNameLst>
                                          <p:attrName>ppt_x</p:attrName>
                                        </p:attrNameLst>
                                      </p:cBhvr>
                                      <p:tavLst>
                                        <p:tav tm="0">
                                          <p:val>
                                            <p:strVal val="#ppt_x"/>
                                          </p:val>
                                        </p:tav>
                                        <p:tav tm="100000">
                                          <p:val>
                                            <p:strVal val="#ppt_x"/>
                                          </p:val>
                                        </p:tav>
                                      </p:tavLst>
                                    </p:anim>
                                    <p:anim calcmode="lin" valueType="num">
                                      <p:cBhvr>
                                        <p:cTn id="99" dur="550" fill="hold"/>
                                        <p:tgtEl>
                                          <p:spTgt spid="36"/>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1540"/>
                                  </p:stCondLst>
                                  <p:childTnLst>
                                    <p:set>
                                      <p:cBhvr>
                                        <p:cTn id="101" dur="1" fill="hold">
                                          <p:stCondLst>
                                            <p:cond delay="0"/>
                                          </p:stCondLst>
                                        </p:cTn>
                                        <p:tgtEl>
                                          <p:spTgt spid="37"/>
                                        </p:tgtEl>
                                        <p:attrNameLst>
                                          <p:attrName>style.visibility</p:attrName>
                                        </p:attrNameLst>
                                      </p:cBhvr>
                                      <p:to>
                                        <p:strVal val="visible"/>
                                      </p:to>
                                    </p:set>
                                    <p:animEffect transition="in" filter="fade">
                                      <p:cBhvr>
                                        <p:cTn id="102" dur="550"/>
                                        <p:tgtEl>
                                          <p:spTgt spid="37"/>
                                        </p:tgtEl>
                                      </p:cBhvr>
                                    </p:animEffect>
                                    <p:anim calcmode="lin" valueType="num">
                                      <p:cBhvr>
                                        <p:cTn id="103" dur="550" fill="hold"/>
                                        <p:tgtEl>
                                          <p:spTgt spid="37"/>
                                        </p:tgtEl>
                                        <p:attrNameLst>
                                          <p:attrName>ppt_x</p:attrName>
                                        </p:attrNameLst>
                                      </p:cBhvr>
                                      <p:tavLst>
                                        <p:tav tm="0">
                                          <p:val>
                                            <p:strVal val="#ppt_x"/>
                                          </p:val>
                                        </p:tav>
                                        <p:tav tm="100000">
                                          <p:val>
                                            <p:strVal val="#ppt_x"/>
                                          </p:val>
                                        </p:tav>
                                      </p:tavLst>
                                    </p:anim>
                                    <p:anim calcmode="lin" valueType="num">
                                      <p:cBhvr>
                                        <p:cTn id="104" dur="550" fill="hold"/>
                                        <p:tgtEl>
                                          <p:spTgt spid="37"/>
                                        </p:tgtEl>
                                        <p:attrNameLst>
                                          <p:attrName>ppt_y</p:attrName>
                                        </p:attrNameLst>
                                      </p:cBhvr>
                                      <p:tavLst>
                                        <p:tav tm="0">
                                          <p:val>
                                            <p:strVal val="#ppt_y+.1"/>
                                          </p:val>
                                        </p:tav>
                                        <p:tav tm="100000">
                                          <p:val>
                                            <p:strVal val="#ppt_y"/>
                                          </p:val>
                                        </p:tav>
                                      </p:tavLst>
                                    </p:anim>
                                  </p:childTnLst>
                                </p:cTn>
                              </p:par>
                              <p:par>
                                <p:cTn id="105" presetID="8" presetClass="emph" presetSubtype="0" repeatCount="indefinite" fill="hold" nodeType="withEffect">
                                  <p:stCondLst>
                                    <p:cond delay="1800"/>
                                  </p:stCondLst>
                                  <p:childTnLst>
                                    <p:animRot by="21600000">
                                      <p:cBhvr>
                                        <p:cTn id="106" dur="60000" fill="hold"/>
                                        <p:tgtEl>
                                          <p:spTgt spid="3"/>
                                        </p:tgtEl>
                                        <p:attrNameLst>
                                          <p:attrName>r</p:attrName>
                                        </p:attrNameLst>
                                      </p:cBhvr>
                                    </p:animRot>
                                  </p:childTnLst>
                                </p:cTn>
                              </p:par>
                              <p:par>
                                <p:cTn id="107" presetID="8" presetClass="emph" presetSubtype="0" repeatCount="indefinite" fill="hold" nodeType="withEffect">
                                  <p:stCondLst>
                                    <p:cond delay="1800"/>
                                  </p:stCondLst>
                                  <p:childTnLst>
                                    <p:animRot by="-21600000">
                                      <p:cBhvr>
                                        <p:cTn id="108" dur="45000" fill="hold"/>
                                        <p:tgtEl>
                                          <p:spTgt spid="2"/>
                                        </p:tgtEl>
                                        <p:attrNameLst>
                                          <p:attrName>r</p:attrName>
                                        </p:attrNameLst>
                                      </p:cBhvr>
                                    </p:animRot>
                                  </p:childTnLst>
                                </p:cTn>
                              </p:par>
                              <p:par>
                                <p:cTn id="109" presetID="8" presetClass="emph" presetSubtype="0" repeatCount="indefinite" autoRev="1" fill="hold" nodeType="withEffect">
                                  <p:stCondLst>
                                    <p:cond delay="1800"/>
                                  </p:stCondLst>
                                  <p:childTnLst>
                                    <p:animRot by="180000">
                                      <p:cBhvr>
                                        <p:cTn id="110" dur="2600" fill="hold"/>
                                        <p:tgtEl>
                                          <p:spTgt spid="4"/>
                                        </p:tgtEl>
                                        <p:attrNameLst>
                                          <p:attrName>r</p:attrName>
                                        </p:attrNameLst>
                                      </p:cBhvr>
                                    </p:animRot>
                                  </p:childTnLst>
                                </p:cTn>
                              </p:par>
                              <p:par>
                                <p:cTn id="111" presetID="42" presetClass="entr" presetSubtype="0" fill="hold" grpId="0" nodeType="withEffect">
                                  <p:stCondLst>
                                    <p:cond delay="1920"/>
                                  </p:stCondLst>
                                  <p:childTnLst>
                                    <p:set>
                                      <p:cBhvr>
                                        <p:cTn id="112" dur="1" fill="hold">
                                          <p:stCondLst>
                                            <p:cond delay="0"/>
                                          </p:stCondLst>
                                        </p:cTn>
                                        <p:tgtEl>
                                          <p:spTgt spid="38"/>
                                        </p:tgtEl>
                                        <p:attrNameLst>
                                          <p:attrName>style.visibility</p:attrName>
                                        </p:attrNameLst>
                                      </p:cBhvr>
                                      <p:to>
                                        <p:strVal val="visible"/>
                                      </p:to>
                                    </p:set>
                                    <p:animEffect transition="in" filter="fade">
                                      <p:cBhvr>
                                        <p:cTn id="113" dur="550"/>
                                        <p:tgtEl>
                                          <p:spTgt spid="38"/>
                                        </p:tgtEl>
                                      </p:cBhvr>
                                    </p:animEffect>
                                    <p:anim calcmode="lin" valueType="num">
                                      <p:cBhvr>
                                        <p:cTn id="114" dur="550" fill="hold"/>
                                        <p:tgtEl>
                                          <p:spTgt spid="38"/>
                                        </p:tgtEl>
                                        <p:attrNameLst>
                                          <p:attrName>ppt_x</p:attrName>
                                        </p:attrNameLst>
                                      </p:cBhvr>
                                      <p:tavLst>
                                        <p:tav tm="0">
                                          <p:val>
                                            <p:strVal val="#ppt_x"/>
                                          </p:val>
                                        </p:tav>
                                        <p:tav tm="100000">
                                          <p:val>
                                            <p:strVal val="#ppt_x"/>
                                          </p:val>
                                        </p:tav>
                                      </p:tavLst>
                                    </p:anim>
                                    <p:anim calcmode="lin" valueType="num">
                                      <p:cBhvr>
                                        <p:cTn id="115" dur="550" fill="hold"/>
                                        <p:tgtEl>
                                          <p:spTgt spid="38"/>
                                        </p:tgtEl>
                                        <p:attrNameLst>
                                          <p:attrName>ppt_y</p:attrName>
                                        </p:attrNameLst>
                                      </p:cBhvr>
                                      <p:tavLst>
                                        <p:tav tm="0">
                                          <p:val>
                                            <p:strVal val="#ppt_y+.1"/>
                                          </p:val>
                                        </p:tav>
                                        <p:tav tm="100000">
                                          <p:val>
                                            <p:strVal val="#ppt_y"/>
                                          </p:val>
                                        </p:tav>
                                      </p:tavLst>
                                    </p:anim>
                                  </p:childTnLst>
                                </p:cTn>
                              </p:par>
                              <p:par>
                                <p:cTn id="116" presetID="42" presetClass="entr" presetSubtype="0" fill="hold" grpId="0" nodeType="withEffect">
                                  <p:stCondLst>
                                    <p:cond delay="1920"/>
                                  </p:stCondLst>
                                  <p:childTnLst>
                                    <p:set>
                                      <p:cBhvr>
                                        <p:cTn id="117" dur="1" fill="hold">
                                          <p:stCondLst>
                                            <p:cond delay="0"/>
                                          </p:stCondLst>
                                        </p:cTn>
                                        <p:tgtEl>
                                          <p:spTgt spid="39"/>
                                        </p:tgtEl>
                                        <p:attrNameLst>
                                          <p:attrName>style.visibility</p:attrName>
                                        </p:attrNameLst>
                                      </p:cBhvr>
                                      <p:to>
                                        <p:strVal val="visible"/>
                                      </p:to>
                                    </p:set>
                                    <p:animEffect transition="in" filter="fade">
                                      <p:cBhvr>
                                        <p:cTn id="118" dur="550"/>
                                        <p:tgtEl>
                                          <p:spTgt spid="39"/>
                                        </p:tgtEl>
                                      </p:cBhvr>
                                    </p:animEffect>
                                    <p:anim calcmode="lin" valueType="num">
                                      <p:cBhvr>
                                        <p:cTn id="119" dur="550" fill="hold"/>
                                        <p:tgtEl>
                                          <p:spTgt spid="39"/>
                                        </p:tgtEl>
                                        <p:attrNameLst>
                                          <p:attrName>ppt_x</p:attrName>
                                        </p:attrNameLst>
                                      </p:cBhvr>
                                      <p:tavLst>
                                        <p:tav tm="0">
                                          <p:val>
                                            <p:strVal val="#ppt_x"/>
                                          </p:val>
                                        </p:tav>
                                        <p:tav tm="100000">
                                          <p:val>
                                            <p:strVal val="#ppt_x"/>
                                          </p:val>
                                        </p:tav>
                                      </p:tavLst>
                                    </p:anim>
                                    <p:anim calcmode="lin" valueType="num">
                                      <p:cBhvr>
                                        <p:cTn id="120" dur="550" fill="hold"/>
                                        <p:tgtEl>
                                          <p:spTgt spid="39"/>
                                        </p:tgtEl>
                                        <p:attrNameLst>
                                          <p:attrName>ppt_y</p:attrName>
                                        </p:attrNameLst>
                                      </p:cBhvr>
                                      <p:tavLst>
                                        <p:tav tm="0">
                                          <p:val>
                                            <p:strVal val="#ppt_y+.1"/>
                                          </p:val>
                                        </p:tav>
                                        <p:tav tm="100000">
                                          <p:val>
                                            <p:strVal val="#ppt_y"/>
                                          </p:val>
                                        </p:tav>
                                      </p:tavLst>
                                    </p:anim>
                                  </p:childTnLst>
                                </p:cTn>
                              </p:par>
                              <p:par>
                                <p:cTn id="121" presetID="42" presetClass="entr" presetSubtype="0" fill="hold" grpId="0" nodeType="withEffect">
                                  <p:stCondLst>
                                    <p:cond delay="1920"/>
                                  </p:stCondLst>
                                  <p:childTnLst>
                                    <p:set>
                                      <p:cBhvr>
                                        <p:cTn id="122" dur="1" fill="hold">
                                          <p:stCondLst>
                                            <p:cond delay="0"/>
                                          </p:stCondLst>
                                        </p:cTn>
                                        <p:tgtEl>
                                          <p:spTgt spid="40"/>
                                        </p:tgtEl>
                                        <p:attrNameLst>
                                          <p:attrName>style.visibility</p:attrName>
                                        </p:attrNameLst>
                                      </p:cBhvr>
                                      <p:to>
                                        <p:strVal val="visible"/>
                                      </p:to>
                                    </p:set>
                                    <p:animEffect transition="in" filter="fade">
                                      <p:cBhvr>
                                        <p:cTn id="123" dur="550"/>
                                        <p:tgtEl>
                                          <p:spTgt spid="40"/>
                                        </p:tgtEl>
                                      </p:cBhvr>
                                    </p:animEffect>
                                    <p:anim calcmode="lin" valueType="num">
                                      <p:cBhvr>
                                        <p:cTn id="124" dur="550" fill="hold"/>
                                        <p:tgtEl>
                                          <p:spTgt spid="40"/>
                                        </p:tgtEl>
                                        <p:attrNameLst>
                                          <p:attrName>ppt_x</p:attrName>
                                        </p:attrNameLst>
                                      </p:cBhvr>
                                      <p:tavLst>
                                        <p:tav tm="0">
                                          <p:val>
                                            <p:strVal val="#ppt_x"/>
                                          </p:val>
                                        </p:tav>
                                        <p:tav tm="100000">
                                          <p:val>
                                            <p:strVal val="#ppt_x"/>
                                          </p:val>
                                        </p:tav>
                                      </p:tavLst>
                                    </p:anim>
                                    <p:anim calcmode="lin" valueType="num">
                                      <p:cBhvr>
                                        <p:cTn id="125" dur="550" fill="hold"/>
                                        <p:tgtEl>
                                          <p:spTgt spid="40"/>
                                        </p:tgtEl>
                                        <p:attrNameLst>
                                          <p:attrName>ppt_y</p:attrName>
                                        </p:attrNameLst>
                                      </p:cBhvr>
                                      <p:tavLst>
                                        <p:tav tm="0">
                                          <p:val>
                                            <p:strVal val="#ppt_y+.1"/>
                                          </p:val>
                                        </p:tav>
                                        <p:tav tm="100000">
                                          <p:val>
                                            <p:strVal val="#ppt_y"/>
                                          </p:val>
                                        </p:tav>
                                      </p:tavLst>
                                    </p:anim>
                                  </p:childTnLst>
                                </p:cTn>
                              </p:par>
                              <p:par>
                                <p:cTn id="126" presetID="42" presetClass="entr" presetSubtype="0" fill="hold" grpId="0" nodeType="withEffect">
                                  <p:stCondLst>
                                    <p:cond delay="1920"/>
                                  </p:stCondLst>
                                  <p:childTnLst>
                                    <p:set>
                                      <p:cBhvr>
                                        <p:cTn id="127" dur="1" fill="hold">
                                          <p:stCondLst>
                                            <p:cond delay="0"/>
                                          </p:stCondLst>
                                        </p:cTn>
                                        <p:tgtEl>
                                          <p:spTgt spid="41"/>
                                        </p:tgtEl>
                                        <p:attrNameLst>
                                          <p:attrName>style.visibility</p:attrName>
                                        </p:attrNameLst>
                                      </p:cBhvr>
                                      <p:to>
                                        <p:strVal val="visible"/>
                                      </p:to>
                                    </p:set>
                                    <p:animEffect transition="in" filter="fade">
                                      <p:cBhvr>
                                        <p:cTn id="128" dur="550"/>
                                        <p:tgtEl>
                                          <p:spTgt spid="41"/>
                                        </p:tgtEl>
                                      </p:cBhvr>
                                    </p:animEffect>
                                    <p:anim calcmode="lin" valueType="num">
                                      <p:cBhvr>
                                        <p:cTn id="129" dur="550" fill="hold"/>
                                        <p:tgtEl>
                                          <p:spTgt spid="41"/>
                                        </p:tgtEl>
                                        <p:attrNameLst>
                                          <p:attrName>ppt_x</p:attrName>
                                        </p:attrNameLst>
                                      </p:cBhvr>
                                      <p:tavLst>
                                        <p:tav tm="0">
                                          <p:val>
                                            <p:strVal val="#ppt_x"/>
                                          </p:val>
                                        </p:tav>
                                        <p:tav tm="100000">
                                          <p:val>
                                            <p:strVal val="#ppt_x"/>
                                          </p:val>
                                        </p:tav>
                                      </p:tavLst>
                                    </p:anim>
                                    <p:anim calcmode="lin" valueType="num">
                                      <p:cBhvr>
                                        <p:cTn id="130" dur="550" fill="hold"/>
                                        <p:tgtEl>
                                          <p:spTgt spid="41"/>
                                        </p:tgtEl>
                                        <p:attrNameLst>
                                          <p:attrName>ppt_y</p:attrName>
                                        </p:attrNameLst>
                                      </p:cBhvr>
                                      <p:tavLst>
                                        <p:tav tm="0">
                                          <p:val>
                                            <p:strVal val="#ppt_y+.1"/>
                                          </p:val>
                                        </p:tav>
                                        <p:tav tm="100000">
                                          <p:val>
                                            <p:strVal val="#ppt_y"/>
                                          </p:val>
                                        </p:tav>
                                      </p:tavLst>
                                    </p:anim>
                                  </p:childTnLst>
                                </p:cTn>
                              </p:par>
                              <p:par>
                                <p:cTn id="131" presetID="0" presetClass="path" presetSubtype="0" repeatCount="indefinite" fill="hold" nodeType="withEffect">
                                  <p:stCondLst>
                                    <p:cond delay="2590"/>
                                  </p:stCondLst>
                                  <p:childTnLst>
                                    <p:animMotion origin="layout" path="M 0 0 C -0.050 0.2 0.050 0.4 -0.020 0.6 C -0.070 0.8 0.010 1.0 -0.040 1.18 E" pathEditMode="relative" ptsTypes="">
                                      <p:cBhvr>
                                        <p:cTn id="132" dur="12000" fill="hold"/>
                                        <p:tgtEl>
                                          <p:spTgt spid="14"/>
                                        </p:tgtEl>
                                        <p:attrNameLst>
                                          <p:attrName>ppt_x</p:attrName>
                                          <p:attrName>ppt_y</p:attrName>
                                        </p:attrNameLst>
                                      </p:cBhvr>
                                    </p:animMotion>
                                  </p:childTnLst>
                                </p:cTn>
                              </p:par>
                              <p:par>
                                <p:cTn id="133" presetID="8" presetClass="emph" presetSubtype="0" repeatCount="indefinite" fill="hold" nodeType="withEffect">
                                  <p:stCondLst>
                                    <p:cond delay="2590"/>
                                  </p:stCondLst>
                                  <p:childTnLst>
                                    <p:animRot by="-21600000">
                                      <p:cBhvr>
                                        <p:cTn id="134" dur="5400" fill="hold"/>
                                        <p:tgtEl>
                                          <p:spTgt spid="14"/>
                                        </p:tgtEl>
                                        <p:attrNameLst>
                                          <p:attrName>r</p:attrName>
                                        </p:attrNameLst>
                                      </p:cBhvr>
                                    </p:animRot>
                                  </p:childTnLst>
                                </p:cTn>
                              </p:par>
                              <p:par>
                                <p:cTn id="135" presetID="0" presetClass="path" presetSubtype="0" repeatCount="indefinite" fill="hold" nodeType="withEffect">
                                  <p:stCondLst>
                                    <p:cond delay="2740"/>
                                  </p:stCondLst>
                                  <p:childTnLst>
                                    <p:animMotion origin="layout" path="M 0 0 C 0.080 0.2 -0.080 0.4 0.032 0.6 C 0.112 0.8 -0.016 1.0 0.064 1.18 E" pathEditMode="relative" ptsTypes="">
                                      <p:cBhvr>
                                        <p:cTn id="136" dur="12500" fill="hold"/>
                                        <p:tgtEl>
                                          <p:spTgt spid="9"/>
                                        </p:tgtEl>
                                        <p:attrNameLst>
                                          <p:attrName>ppt_x</p:attrName>
                                          <p:attrName>ppt_y</p:attrName>
                                        </p:attrNameLst>
                                      </p:cBhvr>
                                    </p:animMotion>
                                  </p:childTnLst>
                                </p:cTn>
                              </p:par>
                              <p:par>
                                <p:cTn id="137" presetID="8" presetClass="emph" presetSubtype="0" repeatCount="indefinite" fill="hold" nodeType="withEffect">
                                  <p:stCondLst>
                                    <p:cond delay="2740"/>
                                  </p:stCondLst>
                                  <p:childTnLst>
                                    <p:animRot by="21600000">
                                      <p:cBhvr>
                                        <p:cTn id="138" dur="4900" fill="hold"/>
                                        <p:tgtEl>
                                          <p:spTgt spid="9"/>
                                        </p:tgtEl>
                                        <p:attrNameLst>
                                          <p:attrName>r</p:attrName>
                                        </p:attrNameLst>
                                      </p:cBhvr>
                                    </p:animRot>
                                  </p:childTnLst>
                                </p:cTn>
                              </p:par>
                              <p:par>
                                <p:cTn id="139" presetID="0" presetClass="path" presetSubtype="0" repeatCount="indefinite" fill="hold" nodeType="withEffect">
                                  <p:stCondLst>
                                    <p:cond delay="2870"/>
                                  </p:stCondLst>
                                  <p:childTnLst>
                                    <p:animMotion origin="layout" path="M 0 0 C -0.090 0.2 0.090 0.4 -0.036 0.6 C -0.126 0.8 0.018 1.0 -0.072 1.18 E" pathEditMode="relative" ptsTypes="">
                                      <p:cBhvr>
                                        <p:cTn id="140" dur="14000" fill="hold"/>
                                        <p:tgtEl>
                                          <p:spTgt spid="20"/>
                                        </p:tgtEl>
                                        <p:attrNameLst>
                                          <p:attrName>ppt_x</p:attrName>
                                          <p:attrName>ppt_y</p:attrName>
                                        </p:attrNameLst>
                                      </p:cBhvr>
                                    </p:animMotion>
                                  </p:childTnLst>
                                </p:cTn>
                              </p:par>
                              <p:par>
                                <p:cTn id="141" presetID="8" presetClass="emph" presetSubtype="0" repeatCount="indefinite" fill="hold" nodeType="withEffect">
                                  <p:stCondLst>
                                    <p:cond delay="2870"/>
                                  </p:stCondLst>
                                  <p:childTnLst>
                                    <p:animRot by="-21600000">
                                      <p:cBhvr>
                                        <p:cTn id="142" dur="4200" fill="hold"/>
                                        <p:tgtEl>
                                          <p:spTgt spid="20"/>
                                        </p:tgtEl>
                                        <p:attrNameLst>
                                          <p:attrName>r</p:attrName>
                                        </p:attrNameLst>
                                      </p:cBhvr>
                                    </p:animRot>
                                  </p:childTnLst>
                                </p:cTn>
                              </p:par>
                              <p:par>
                                <p:cTn id="143" presetID="0" presetClass="path" presetSubtype="0" repeatCount="indefinite" fill="hold" nodeType="withEffect">
                                  <p:stCondLst>
                                    <p:cond delay="3960"/>
                                  </p:stCondLst>
                                  <p:childTnLst>
                                    <p:animMotion origin="layout" path="M 0 0 C 0.070 0.2 -0.070 0.4 0.028 0.6 C 0.098 0.8 -0.014 1.0 0.056 1.18 E" pathEditMode="relative" ptsTypes="">
                                      <p:cBhvr>
                                        <p:cTn id="144" dur="9800" fill="hold"/>
                                        <p:tgtEl>
                                          <p:spTgt spid="15"/>
                                        </p:tgtEl>
                                        <p:attrNameLst>
                                          <p:attrName>ppt_x</p:attrName>
                                          <p:attrName>ppt_y</p:attrName>
                                        </p:attrNameLst>
                                      </p:cBhvr>
                                    </p:animMotion>
                                  </p:childTnLst>
                                </p:cTn>
                              </p:par>
                              <p:par>
                                <p:cTn id="145" presetID="8" presetClass="emph" presetSubtype="0" repeatCount="indefinite" fill="hold" nodeType="withEffect">
                                  <p:stCondLst>
                                    <p:cond delay="3960"/>
                                  </p:stCondLst>
                                  <p:childTnLst>
                                    <p:animRot by="21600000">
                                      <p:cBhvr>
                                        <p:cTn id="146" dur="6100" fill="hold"/>
                                        <p:tgtEl>
                                          <p:spTgt spid="15"/>
                                        </p:tgtEl>
                                        <p:attrNameLst>
                                          <p:attrName>r</p:attrName>
                                        </p:attrNameLst>
                                      </p:cBhvr>
                                    </p:animRot>
                                  </p:childTnLst>
                                </p:cTn>
                              </p:par>
                              <p:par>
                                <p:cTn id="147" presetID="0" presetClass="path" presetSubtype="0" repeatCount="indefinite" fill="hold" nodeType="withEffect">
                                  <p:stCondLst>
                                    <p:cond delay="4110"/>
                                  </p:stCondLst>
                                  <p:childTnLst>
                                    <p:animMotion origin="layout" path="M 0 0 C -0.060 0.2 0.060 0.4 -0.024 0.6 C -0.084 0.8 0.012 1.0 -0.048 1.18 E" pathEditMode="relative" ptsTypes="">
                                      <p:cBhvr>
                                        <p:cTn id="148" dur="10000" fill="hold"/>
                                        <p:tgtEl>
                                          <p:spTgt spid="10"/>
                                        </p:tgtEl>
                                        <p:attrNameLst>
                                          <p:attrName>ppt_x</p:attrName>
                                          <p:attrName>ppt_y</p:attrName>
                                        </p:attrNameLst>
                                      </p:cBhvr>
                                    </p:animMotion>
                                  </p:childTnLst>
                                </p:cTn>
                              </p:par>
                              <p:par>
                                <p:cTn id="149" presetID="8" presetClass="emph" presetSubtype="0" repeatCount="indefinite" fill="hold" nodeType="withEffect">
                                  <p:stCondLst>
                                    <p:cond delay="4110"/>
                                  </p:stCondLst>
                                  <p:childTnLst>
                                    <p:animRot by="-21600000">
                                      <p:cBhvr>
                                        <p:cTn id="150" dur="5600" fill="hold"/>
                                        <p:tgtEl>
                                          <p:spTgt spid="10"/>
                                        </p:tgtEl>
                                        <p:attrNameLst>
                                          <p:attrName>r</p:attrName>
                                        </p:attrNameLst>
                                      </p:cBhvr>
                                    </p:animRot>
                                  </p:childTnLst>
                                </p:cTn>
                              </p:par>
                              <p:par>
                                <p:cTn id="151" presetID="0" presetClass="path" presetSubtype="0" repeatCount="indefinite" fill="hold" nodeType="withEffect">
                                  <p:stCondLst>
                                    <p:cond delay="4240"/>
                                  </p:stCondLst>
                                  <p:childTnLst>
                                    <p:animMotion origin="layout" path="M 0 0 C -0.120 0.2 0.120 0.4 -0.048 0.6 C -0.168 0.8 0.024 1.0 -0.096 1.18 E" pathEditMode="relative" ptsTypes="">
                                      <p:cBhvr>
                                        <p:cTn id="152" dur="12500" fill="hold"/>
                                        <p:tgtEl>
                                          <p:spTgt spid="21"/>
                                        </p:tgtEl>
                                        <p:attrNameLst>
                                          <p:attrName>ppt_x</p:attrName>
                                          <p:attrName>ppt_y</p:attrName>
                                        </p:attrNameLst>
                                      </p:cBhvr>
                                    </p:animMotion>
                                  </p:childTnLst>
                                </p:cTn>
                              </p:par>
                              <p:par>
                                <p:cTn id="153" presetID="8" presetClass="emph" presetSubtype="0" repeatCount="indefinite" fill="hold" nodeType="withEffect">
                                  <p:stCondLst>
                                    <p:cond delay="4240"/>
                                  </p:stCondLst>
                                  <p:childTnLst>
                                    <p:animRot by="21600000">
                                      <p:cBhvr>
                                        <p:cTn id="154" dur="4900" fill="hold"/>
                                        <p:tgtEl>
                                          <p:spTgt spid="21"/>
                                        </p:tgtEl>
                                        <p:attrNameLst>
                                          <p:attrName>r</p:attrName>
                                        </p:attrNameLst>
                                      </p:cBhvr>
                                    </p:animRot>
                                  </p:childTnLst>
                                </p:cTn>
                              </p:par>
                              <p:par>
                                <p:cTn id="155" presetID="0" presetClass="path" presetSubtype="0" repeatCount="indefinite" fill="hold" nodeType="withEffect">
                                  <p:stCondLst>
                                    <p:cond delay="5330"/>
                                  </p:stCondLst>
                                  <p:childTnLst>
                                    <p:animMotion origin="layout" path="M 0 0 C -0.080 0.2 0.080 0.4 -0.032 0.6 C -0.112 0.8 0.016 1.0 -0.064 1.18 E" pathEditMode="relative" ptsTypes="">
                                      <p:cBhvr>
                                        <p:cTn id="156" dur="11200" fill="hold"/>
                                        <p:tgtEl>
                                          <p:spTgt spid="16"/>
                                        </p:tgtEl>
                                        <p:attrNameLst>
                                          <p:attrName>ppt_x</p:attrName>
                                          <p:attrName>ppt_y</p:attrName>
                                        </p:attrNameLst>
                                      </p:cBhvr>
                                    </p:animMotion>
                                  </p:childTnLst>
                                </p:cTn>
                              </p:par>
                              <p:par>
                                <p:cTn id="157" presetID="8" presetClass="emph" presetSubtype="0" repeatCount="indefinite" fill="hold" nodeType="withEffect">
                                  <p:stCondLst>
                                    <p:cond delay="5330"/>
                                  </p:stCondLst>
                                  <p:childTnLst>
                                    <p:animRot by="-21600000">
                                      <p:cBhvr>
                                        <p:cTn id="158" dur="3800" fill="hold"/>
                                        <p:tgtEl>
                                          <p:spTgt spid="16"/>
                                        </p:tgtEl>
                                        <p:attrNameLst>
                                          <p:attrName>r</p:attrName>
                                        </p:attrNameLst>
                                      </p:cBhvr>
                                    </p:animRot>
                                  </p:childTnLst>
                                </p:cTn>
                              </p:par>
                              <p:par>
                                <p:cTn id="159" presetID="0" presetClass="path" presetSubtype="0" repeatCount="indefinite" fill="hold" nodeType="withEffect">
                                  <p:stCondLst>
                                    <p:cond delay="5480"/>
                                  </p:stCondLst>
                                  <p:childTnLst>
                                    <p:animMotion origin="layout" path="M 0 0 C 0.050 0.2 -0.050 0.4 0.020 0.6 C 0.070 0.8 -0.010 1.0 0.040 1.18 E" pathEditMode="relative" ptsTypes="">
                                      <p:cBhvr>
                                        <p:cTn id="160" dur="9000" fill="hold"/>
                                        <p:tgtEl>
                                          <p:spTgt spid="11"/>
                                        </p:tgtEl>
                                        <p:attrNameLst>
                                          <p:attrName>ppt_x</p:attrName>
                                          <p:attrName>ppt_y</p:attrName>
                                        </p:attrNameLst>
                                      </p:cBhvr>
                                    </p:animMotion>
                                  </p:childTnLst>
                                </p:cTn>
                              </p:par>
                              <p:par>
                                <p:cTn id="161" presetID="8" presetClass="emph" presetSubtype="0" repeatCount="indefinite" fill="hold" nodeType="withEffect">
                                  <p:stCondLst>
                                    <p:cond delay="5480"/>
                                  </p:stCondLst>
                                  <p:childTnLst>
                                    <p:animRot by="21600000">
                                      <p:cBhvr>
                                        <p:cTn id="162" dur="6300" fill="hold"/>
                                        <p:tgtEl>
                                          <p:spTgt spid="11"/>
                                        </p:tgtEl>
                                        <p:attrNameLst>
                                          <p:attrName>r</p:attrName>
                                        </p:attrNameLst>
                                      </p:cBhvr>
                                    </p:animRot>
                                  </p:childTnLst>
                                </p:cTn>
                              </p:par>
                              <p:par>
                                <p:cTn id="163" presetID="0" presetClass="path" presetSubtype="0" repeatCount="indefinite" fill="hold" nodeType="withEffect">
                                  <p:stCondLst>
                                    <p:cond delay="6700"/>
                                  </p:stCondLst>
                                  <p:childTnLst>
                                    <p:animMotion origin="layout" path="M 0 0 C -0.040 0.2 0.040 0.4 -0.016 0.6 C -0.056 0.8 0.008 1.0 -0.032 1.18 E" pathEditMode="relative" ptsTypes="">
                                      <p:cBhvr>
                                        <p:cTn id="164" dur="10200" fill="hold"/>
                                        <p:tgtEl>
                                          <p:spTgt spid="17"/>
                                        </p:tgtEl>
                                        <p:attrNameLst>
                                          <p:attrName>ppt_x</p:attrName>
                                          <p:attrName>ppt_y</p:attrName>
                                        </p:attrNameLst>
                                      </p:cBhvr>
                                    </p:animMotion>
                                  </p:childTnLst>
                                </p:cTn>
                              </p:par>
                              <p:par>
                                <p:cTn id="165" presetID="8" presetClass="emph" presetSubtype="0" repeatCount="indefinite" fill="hold" nodeType="withEffect">
                                  <p:stCondLst>
                                    <p:cond delay="6700"/>
                                  </p:stCondLst>
                                  <p:childTnLst>
                                    <p:animRot by="21600000">
                                      <p:cBhvr>
                                        <p:cTn id="166" dur="4500" fill="hold"/>
                                        <p:tgtEl>
                                          <p:spTgt spid="17"/>
                                        </p:tgtEl>
                                        <p:attrNameLst>
                                          <p:attrName>r</p:attrName>
                                        </p:attrNameLst>
                                      </p:cBhvr>
                                    </p:animRot>
                                  </p:childTnLst>
                                </p:cTn>
                              </p:par>
                              <p:par>
                                <p:cTn id="167" presetID="0" presetClass="path" presetSubtype="0" repeatCount="indefinite" fill="hold" nodeType="withEffect">
                                  <p:stCondLst>
                                    <p:cond delay="6850"/>
                                  </p:stCondLst>
                                  <p:childTnLst>
                                    <p:animMotion origin="layout" path="M 0 0 C -0.070 0.2 0.070 0.4 -0.028 0.6 C -0.098 0.8 0.014 1.0 -0.056 1.18 E" pathEditMode="relative" ptsTypes="">
                                      <p:cBhvr>
                                        <p:cTn id="168" dur="11500" fill="hold"/>
                                        <p:tgtEl>
                                          <p:spTgt spid="12"/>
                                        </p:tgtEl>
                                        <p:attrNameLst>
                                          <p:attrName>ppt_x</p:attrName>
                                          <p:attrName>ppt_y</p:attrName>
                                        </p:attrNameLst>
                                      </p:cBhvr>
                                    </p:animMotion>
                                  </p:childTnLst>
                                </p:cTn>
                              </p:par>
                              <p:par>
                                <p:cTn id="169" presetID="8" presetClass="emph" presetSubtype="0" repeatCount="indefinite" fill="hold" nodeType="withEffect">
                                  <p:stCondLst>
                                    <p:cond delay="6850"/>
                                  </p:stCondLst>
                                  <p:childTnLst>
                                    <p:animRot by="-21600000">
                                      <p:cBhvr>
                                        <p:cTn id="170" dur="4000" fill="hold"/>
                                        <p:tgtEl>
                                          <p:spTgt spid="1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hongdao" descr="Hoa trang trí">    </p:cNvPr>
          <p:cNvPicPr>
            <a:picLocks noChangeAspect="1"/>
          </p:cNvPicPr>
          <p:nvPr/>
        </p:nvPicPr>
        <p:blipFill>
          <a:blip r:embed="rId1"/>
          <a:stretch>
            <a:fillRect/>
          </a:stretch>
        </p:blipFill>
        <p:spPr>
          <a:xfrm>
            <a:off x="10058400" y="5257800"/>
            <a:ext cx="2011680" cy="2011680"/>
          </a:xfrm>
          <a:prstGeom prst="rect">
            <a:avLst/>
          </a:prstGeom>
        </p:spPr>
      </p:pic>
      <p:pic>
        <p:nvPicPr>
          <p:cNvPr id="3" name="!!hong" descr="Hoa trang trí">    </p:cNvPr>
          <p:cNvPicPr>
            <a:picLocks noChangeAspect="1"/>
          </p:cNvPicPr>
          <p:nvPr/>
        </p:nvPicPr>
        <p:blipFill>
          <a:blip r:embed="rId2"/>
          <a:stretch>
            <a:fillRect/>
          </a:stretch>
        </p:blipFill>
        <p:spPr>
          <a:xfrm>
            <a:off x="10012680" y="4206240"/>
            <a:ext cx="3108960" cy="3108960"/>
          </a:xfrm>
          <a:prstGeom prst="rect">
            <a:avLst/>
          </a:prstGeom>
        </p:spPr>
      </p:pic>
      <p:pic>
        <p:nvPicPr>
          <p:cNvPr id="4" name="!!sen" descr="Hoa trang trí">    </p:cNvPr>
          <p:cNvPicPr>
            <a:picLocks noChangeAspect="1"/>
          </p:cNvPicPr>
          <p:nvPr/>
        </p:nvPicPr>
        <p:blipFill>
          <a:blip r:embed="rId3"/>
          <a:stretch>
            <a:fillRect/>
          </a:stretch>
        </p:blipFill>
        <p:spPr>
          <a:xfrm rot="-90000">
            <a:off x="-685800" y="3977640"/>
            <a:ext cx="3291840" cy="3291840"/>
          </a:xfrm>
          <a:prstGeom prst="rect">
            <a:avLst/>
          </a:prstGeom>
        </p:spPr>
      </p:pic>
      <p:sp>
        <p:nvSpPr>
          <p:cNvPr id="5" name="Text 1"/>
          <p:cNvSpPr/>
          <p:nvPr>
            <p:ph idx="102" type="title" hasCustomPrompt="1"/>
          </p:nvPr>
        </p:nvSpPr>
        <p:spPr>
          <a:xfrm>
            <a:off x="731520" y="1097280"/>
            <a:ext cx="10698480" cy="777240"/>
          </a:xfrm>
          <a:prstGeom prst="rect">
            <a:avLst/>
          </a:prstGeom>
          <a:noFill/>
          <a:ln/>
        </p:spPr>
        <p:txBody>
          <a:bodyPr wrap="square" lIns="0" tIns="0" rIns="0" bIns="0" rtlCol="0" anchor="ctr"/>
          <a:lstStyle/>
          <a:p>
            <a:pPr algn="l" indent="0" marL="0">
              <a:buNone/>
            </a:pPr>
            <a:r>
              <a:rPr lang="en-US" sz="4000" b="1" dirty="0">
                <a:solidFill>
                  <a:schemeClr val="tx2"/>
                </a:solidFill>
              </a:rPr>
              <a:t>Ý nghĩa Ngày Phụ nữ Việt Nam</a:t>
            </a:r>
            <a:endParaRPr lang="en-US" sz="4000" dirty="0"/>
          </a:p>
        </p:txBody>
      </p:sp>
      <p:sp>
        <p:nvSpPr>
          <p:cNvPr id="6" name="Text 1"/>
          <p:cNvSpPr/>
          <p:nvPr>
            <p:ph idx="103" type="body" hasCustomPrompt="1"/>
          </p:nvPr>
        </p:nvSpPr>
        <p:spPr>
          <a:xfrm>
            <a:off x="731520" y="1874520"/>
            <a:ext cx="10698480" cy="411480"/>
          </a:xfrm>
          <a:prstGeom prst="rect">
            <a:avLst/>
          </a:prstGeom>
          <a:noFill/>
          <a:ln/>
        </p:spPr>
        <p:txBody>
          <a:bodyPr wrap="square" lIns="0" tIns="0" rIns="0" bIns="0" rtlCol="0" anchor="t"/>
          <a:lstStyle/>
          <a:p>
            <a:pPr algn="l" indent="0" marL="0">
              <a:buNone/>
            </a:pPr>
            <a:r>
              <a:rPr lang="en-US" sz="1800" i="1" dirty="0">
                <a:solidFill>
                  <a:schemeClr val="accent2"/>
                </a:solidFill>
              </a:rPr>
              <a:t>Tôn vinh vẻ đẹp và những đóng góp của phụ nữ Việt Nam</a:t>
            </a:r>
            <a:endParaRPr lang="en-US" sz="1800" dirty="0"/>
          </a:p>
        </p:txBody>
      </p:sp>
      <p:pic>
        <p:nvPicPr>
          <p:cNvPr id="7" name="Cánh hoa rơi 1" descr="Cánh hoa rơi">    </p:cNvPr>
          <p:cNvPicPr>
            <a:picLocks noChangeAspect="1"/>
          </p:cNvPicPr>
          <p:nvPr/>
        </p:nvPicPr>
        <p:blipFill>
          <a:blip r:embed="rId4"/>
          <a:stretch>
            <a:fillRect/>
          </a:stretch>
        </p:blipFill>
        <p:spPr>
          <a:xfrm>
            <a:off x="548640" y="-822960"/>
            <a:ext cx="384048" cy="384048"/>
          </a:xfrm>
          <a:prstGeom prst="rect">
            <a:avLst/>
          </a:prstGeom>
        </p:spPr>
      </p:pic>
      <p:pic>
        <p:nvPicPr>
          <p:cNvPr id="8" name="Cánh hoa rơi 2" descr="Cánh hoa rơi">    </p:cNvPr>
          <p:cNvPicPr>
            <a:picLocks noChangeAspect="1"/>
          </p:cNvPicPr>
          <p:nvPr/>
        </p:nvPicPr>
        <p:blipFill>
          <a:blip r:embed="rId5"/>
          <a:stretch>
            <a:fillRect/>
          </a:stretch>
        </p:blipFill>
        <p:spPr>
          <a:xfrm>
            <a:off x="1737360" y="-822960"/>
            <a:ext cx="310896" cy="310896"/>
          </a:xfrm>
          <a:prstGeom prst="rect">
            <a:avLst/>
          </a:prstGeom>
        </p:spPr>
      </p:pic>
      <p:pic>
        <p:nvPicPr>
          <p:cNvPr id="9" name="Cánh hoa rơi 3" descr="Cánh hoa rơi">    </p:cNvPr>
          <p:cNvPicPr>
            <a:picLocks noChangeAspect="1"/>
          </p:cNvPicPr>
          <p:nvPr/>
        </p:nvPicPr>
        <p:blipFill>
          <a:blip r:embed="rId6"/>
          <a:stretch>
            <a:fillRect/>
          </a:stretch>
        </p:blipFill>
        <p:spPr>
          <a:xfrm>
            <a:off x="2834640" y="-822960"/>
            <a:ext cx="420624" cy="420624"/>
          </a:xfrm>
          <a:prstGeom prst="rect">
            <a:avLst/>
          </a:prstGeom>
        </p:spPr>
      </p:pic>
      <p:pic>
        <p:nvPicPr>
          <p:cNvPr id="10" name="Cánh hoa rơi 4" descr="Cánh hoa rơi">    </p:cNvPr>
          <p:cNvPicPr>
            <a:picLocks noChangeAspect="1"/>
          </p:cNvPicPr>
          <p:nvPr/>
        </p:nvPicPr>
        <p:blipFill>
          <a:blip r:embed="rId7"/>
          <a:stretch>
            <a:fillRect/>
          </a:stretch>
        </p:blipFill>
        <p:spPr>
          <a:xfrm>
            <a:off x="3931920" y="-822960"/>
            <a:ext cx="329184" cy="329184"/>
          </a:xfrm>
          <a:prstGeom prst="rect">
            <a:avLst/>
          </a:prstGeom>
        </p:spPr>
      </p:pic>
      <p:pic>
        <p:nvPicPr>
          <p:cNvPr id="11" name="Cánh hoa rơi 5" descr="Cánh hoa rơi">    </p:cNvPr>
          <p:cNvPicPr>
            <a:picLocks noChangeAspect="1"/>
          </p:cNvPicPr>
          <p:nvPr/>
        </p:nvPicPr>
        <p:blipFill>
          <a:blip r:embed="rId8"/>
          <a:stretch>
            <a:fillRect/>
          </a:stretch>
        </p:blipFill>
        <p:spPr>
          <a:xfrm>
            <a:off x="5120640" y="-822960"/>
            <a:ext cx="274320" cy="274320"/>
          </a:xfrm>
          <a:prstGeom prst="rect">
            <a:avLst/>
          </a:prstGeom>
        </p:spPr>
      </p:pic>
      <p:pic>
        <p:nvPicPr>
          <p:cNvPr id="12" name="Cánh hoa rơi 6" descr="Cánh hoa rơi">    </p:cNvPr>
          <p:cNvPicPr>
            <a:picLocks noChangeAspect="1"/>
          </p:cNvPicPr>
          <p:nvPr/>
        </p:nvPicPr>
        <p:blipFill>
          <a:blip r:embed="rId9"/>
          <a:stretch>
            <a:fillRect/>
          </a:stretch>
        </p:blipFill>
        <p:spPr>
          <a:xfrm>
            <a:off x="6217920" y="-822960"/>
            <a:ext cx="402336" cy="402336"/>
          </a:xfrm>
          <a:prstGeom prst="rect">
            <a:avLst/>
          </a:prstGeom>
        </p:spPr>
      </p:pic>
      <p:pic>
        <p:nvPicPr>
          <p:cNvPr id="13" name="Cánh hoa rơi 7" descr="Cánh hoa rơi">    </p:cNvPr>
          <p:cNvPicPr>
            <a:picLocks noChangeAspect="1"/>
          </p:cNvPicPr>
          <p:nvPr/>
        </p:nvPicPr>
        <p:blipFill>
          <a:blip r:embed="rId10"/>
          <a:stretch>
            <a:fillRect/>
          </a:stretch>
        </p:blipFill>
        <p:spPr>
          <a:xfrm>
            <a:off x="7315200" y="-822960"/>
            <a:ext cx="310896" cy="310896"/>
          </a:xfrm>
          <a:prstGeom prst="rect">
            <a:avLst/>
          </a:prstGeom>
        </p:spPr>
      </p:pic>
      <p:pic>
        <p:nvPicPr>
          <p:cNvPr id="14" name="Cánh hoa rơi 8" descr="Cánh hoa rơi">    </p:cNvPr>
          <p:cNvPicPr>
            <a:picLocks noChangeAspect="1"/>
          </p:cNvPicPr>
          <p:nvPr/>
        </p:nvPicPr>
        <p:blipFill>
          <a:blip r:embed="rId11"/>
          <a:stretch>
            <a:fillRect/>
          </a:stretch>
        </p:blipFill>
        <p:spPr>
          <a:xfrm>
            <a:off x="8321040" y="-822960"/>
            <a:ext cx="365760" cy="365760"/>
          </a:xfrm>
          <a:prstGeom prst="rect">
            <a:avLst/>
          </a:prstGeom>
        </p:spPr>
      </p:pic>
      <p:pic>
        <p:nvPicPr>
          <p:cNvPr id="15" name="Cánh hoa rơi 9" descr="Cánh hoa rơi">    </p:cNvPr>
          <p:cNvPicPr>
            <a:picLocks noChangeAspect="1"/>
          </p:cNvPicPr>
          <p:nvPr/>
        </p:nvPicPr>
        <p:blipFill>
          <a:blip r:embed="rId12"/>
          <a:stretch>
            <a:fillRect/>
          </a:stretch>
        </p:blipFill>
        <p:spPr>
          <a:xfrm>
            <a:off x="9418320" y="-822960"/>
            <a:ext cx="329184" cy="329184"/>
          </a:xfrm>
          <a:prstGeom prst="rect">
            <a:avLst/>
          </a:prstGeom>
        </p:spPr>
      </p:pic>
      <p:pic>
        <p:nvPicPr>
          <p:cNvPr id="16" name="Cánh hoa rơi 10" descr="Cánh hoa rơi">    </p:cNvPr>
          <p:cNvPicPr>
            <a:picLocks noChangeAspect="1"/>
          </p:cNvPicPr>
          <p:nvPr/>
        </p:nvPicPr>
        <p:blipFill>
          <a:blip r:embed="rId13"/>
          <a:stretch>
            <a:fillRect/>
          </a:stretch>
        </p:blipFill>
        <p:spPr>
          <a:xfrm>
            <a:off x="10424160" y="-822960"/>
            <a:ext cx="384048" cy="384048"/>
          </a:xfrm>
          <a:prstGeom prst="rect">
            <a:avLst/>
          </a:prstGeom>
        </p:spPr>
      </p:pic>
      <p:pic>
        <p:nvPicPr>
          <p:cNvPr id="17" name="Cánh hoa rơi 11" descr="Cánh hoa rơi">    </p:cNvPr>
          <p:cNvPicPr>
            <a:picLocks noChangeAspect="1"/>
          </p:cNvPicPr>
          <p:nvPr/>
        </p:nvPicPr>
        <p:blipFill>
          <a:blip r:embed="rId14"/>
          <a:stretch>
            <a:fillRect/>
          </a:stretch>
        </p:blipFill>
        <p:spPr>
          <a:xfrm>
            <a:off x="11430000" y="-822960"/>
            <a:ext cx="292608" cy="292608"/>
          </a:xfrm>
          <a:prstGeom prst="rect">
            <a:avLst/>
          </a:prstGeom>
        </p:spPr>
      </p:pic>
      <p:pic>
        <p:nvPicPr>
          <p:cNvPr id="18" name="Cánh hoa rơi 12" descr="Cánh hoa rơi">    </p:cNvPr>
          <p:cNvPicPr>
            <a:picLocks noChangeAspect="1"/>
          </p:cNvPicPr>
          <p:nvPr/>
        </p:nvPicPr>
        <p:blipFill>
          <a:blip r:embed="rId15"/>
          <a:stretch>
            <a:fillRect/>
          </a:stretch>
        </p:blipFill>
        <p:spPr>
          <a:xfrm>
            <a:off x="6766560" y="-822960"/>
            <a:ext cx="274320" cy="274320"/>
          </a:xfrm>
          <a:prstGeom prst="rect">
            <a:avLst/>
          </a:prstGeom>
        </p:spPr>
      </p:pic>
      <p:pic>
        <p:nvPicPr>
          <p:cNvPr id="19" name="Lá rơi 1" descr="Cánh hoa rơi">    </p:cNvPr>
          <p:cNvPicPr>
            <a:picLocks noChangeAspect="1"/>
          </p:cNvPicPr>
          <p:nvPr/>
        </p:nvPicPr>
        <p:blipFill>
          <a:blip r:embed="rId16"/>
          <a:stretch>
            <a:fillRect/>
          </a:stretch>
        </p:blipFill>
        <p:spPr>
          <a:xfrm>
            <a:off x="2286000" y="-822960"/>
            <a:ext cx="502920" cy="502920"/>
          </a:xfrm>
          <a:prstGeom prst="rect">
            <a:avLst/>
          </a:prstGeom>
        </p:spPr>
      </p:pic>
      <p:pic>
        <p:nvPicPr>
          <p:cNvPr id="20" name="Lá rơi 2" descr="Cánh hoa rơi">    </p:cNvPr>
          <p:cNvPicPr>
            <a:picLocks noChangeAspect="1"/>
          </p:cNvPicPr>
          <p:nvPr/>
        </p:nvPicPr>
        <p:blipFill>
          <a:blip r:embed="rId17"/>
          <a:stretch>
            <a:fillRect/>
          </a:stretch>
        </p:blipFill>
        <p:spPr>
          <a:xfrm>
            <a:off x="8046720" y="-822960"/>
            <a:ext cx="457200" cy="457200"/>
          </a:xfrm>
          <a:prstGeom prst="rect">
            <a:avLst/>
          </a:prstGeom>
        </p:spPr>
      </p:pic>
      <p:pic>
        <p:nvPicPr>
          <p:cNvPr id="21" name="Lá rơi 3" descr="Cánh hoa rơi">    </p:cNvPr>
          <p:cNvPicPr>
            <a:picLocks noChangeAspect="1"/>
          </p:cNvPicPr>
          <p:nvPr/>
        </p:nvPicPr>
        <p:blipFill>
          <a:blip r:embed="rId18"/>
          <a:stretch>
            <a:fillRect/>
          </a:stretch>
        </p:blipFill>
        <p:spPr>
          <a:xfrm>
            <a:off x="10972800" y="-822960"/>
            <a:ext cx="438912" cy="438912"/>
          </a:xfrm>
          <a:prstGeom prst="rect">
            <a:avLst/>
          </a:prstGeom>
        </p:spPr>
      </p:pic>
      <p:sp>
        <p:nvSpPr>
          <p:cNvPr id="22" name="Thẻ 1"/>
          <p:cNvSpPr/>
          <p:nvPr/>
        </p:nvSpPr>
        <p:spPr>
          <a:xfrm>
            <a:off x="731520" y="2514600"/>
            <a:ext cx="3362858" cy="2514600"/>
          </a:xfrm>
          <a:prstGeom prst="roundRect">
            <a:avLst>
              <a:gd name="adj" fmla="val 7273"/>
            </a:avLst>
          </a:prstGeom>
          <a:solidFill>
            <a:schemeClr val="bg1">
              <a:alpha val="88000"/>
            </a:schemeClr>
          </a:solidFill>
          <a:ln w="12700">
            <a:solidFill>
              <a:schemeClr val="accent6"/>
            </a:solidFill>
            <a:prstDash val="solid"/>
          </a:ln>
          <a:effectLst>
            <a:outerShdw sx="100000" sy="100000" kx="0" ky="0" algn="bl" rotWithShape="0" blurRad="203200" dist="50800" dir="5400000">
              <a:srgbClr val="B0436B">
                <a:alpha val="18000"/>
              </a:srgbClr>
            </a:outerShdw>
          </a:effectLst>
        </p:spPr>
      </p:sp>
      <p:sp>
        <p:nvSpPr>
          <p:cNvPr id="23" name="Vòng 1"/>
          <p:cNvSpPr/>
          <p:nvPr/>
        </p:nvSpPr>
        <p:spPr>
          <a:xfrm>
            <a:off x="1051560" y="2834640"/>
            <a:ext cx="731520" cy="731520"/>
          </a:xfrm>
          <a:prstGeom prst="ellipse">
            <a:avLst/>
          </a:prstGeom>
          <a:solidFill>
            <a:schemeClr val="accent1"/>
          </a:solidFill>
          <a:ln/>
        </p:spPr>
      </p:sp>
      <p:pic>
        <p:nvPicPr>
          <p:cNvPr id="24" name="Biểu tượng 1" descr="20/10/1930">    </p:cNvPr>
          <p:cNvPicPr>
            <a:picLocks noChangeAspect="1"/>
          </p:cNvPicPr>
          <p:nvPr/>
        </p:nvPicPr>
        <p:blipFill>
          <a:blip r:embed="rId19"/>
          <a:stretch>
            <a:fillRect/>
          </a:stretch>
        </p:blipFill>
        <p:spPr>
          <a:xfrm>
            <a:off x="1243584" y="3026664"/>
            <a:ext cx="347472" cy="347472"/>
          </a:xfrm>
          <a:prstGeom prst="rect">
            <a:avLst/>
          </a:prstGeom>
        </p:spPr>
      </p:pic>
      <p:sp>
        <p:nvSpPr>
          <p:cNvPr id="25" name="Tiêu đề 1"/>
          <p:cNvSpPr txBox="1"/>
          <p:nvPr/>
        </p:nvSpPr>
        <p:spPr>
          <a:xfrm>
            <a:off x="1965960" y="2834640"/>
            <a:ext cx="1899818" cy="73152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20/10/1930</a:t>
            </a:r>
            <a:endParaRPr lang="en-US" sz="2000" dirty="0"/>
          </a:p>
        </p:txBody>
      </p:sp>
      <p:sp>
        <p:nvSpPr>
          <p:cNvPr id="26" name="Mô tả 1"/>
          <p:cNvSpPr txBox="1"/>
          <p:nvPr/>
        </p:nvSpPr>
        <p:spPr>
          <a:xfrm>
            <a:off x="1051560" y="3749040"/>
            <a:ext cx="2722778" cy="1143000"/>
          </a:xfrm>
          <a:prstGeom prst="rect">
            <a:avLst/>
          </a:prstGeom>
          <a:noFill/>
          <a:ln/>
        </p:spPr>
        <p:txBody>
          <a:bodyPr wrap="square" lIns="0" tIns="0" rIns="0" bIns="0" rtlCol="0" anchor="t"/>
          <a:lstStyle/>
          <a:p>
            <a:pPr indent="0" marL="0">
              <a:buNone/>
            </a:pPr>
            <a:r>
              <a:rPr lang="en-US" sz="1500" dirty="0">
                <a:solidFill>
                  <a:schemeClr val="tx1"/>
                </a:solidFill>
              </a:rPr>
              <a:t>Hội Phụ nữ phản đế Việt Nam – tiền thân của Hội Liên hiệp Phụ nữ Việt Nam – được thành lập.</a:t>
            </a:r>
            <a:endParaRPr lang="en-US" sz="1500" dirty="0"/>
          </a:p>
        </p:txBody>
      </p:sp>
      <p:sp>
        <p:nvSpPr>
          <p:cNvPr id="27" name="Thẻ 2"/>
          <p:cNvSpPr/>
          <p:nvPr/>
        </p:nvSpPr>
        <p:spPr>
          <a:xfrm>
            <a:off x="4414418" y="2514600"/>
            <a:ext cx="3362858" cy="2514600"/>
          </a:xfrm>
          <a:prstGeom prst="roundRect">
            <a:avLst>
              <a:gd name="adj" fmla="val 7273"/>
            </a:avLst>
          </a:prstGeom>
          <a:solidFill>
            <a:schemeClr val="bg1">
              <a:alpha val="88000"/>
            </a:schemeClr>
          </a:solidFill>
          <a:ln w="12700">
            <a:solidFill>
              <a:schemeClr val="accent6"/>
            </a:solidFill>
            <a:prstDash val="solid"/>
          </a:ln>
          <a:effectLst>
            <a:outerShdw sx="100000" sy="100000" kx="0" ky="0" algn="bl" rotWithShape="0" blurRad="203200" dist="50800" dir="5400000">
              <a:srgbClr val="B0436B">
                <a:alpha val="18000"/>
              </a:srgbClr>
            </a:outerShdw>
          </a:effectLst>
        </p:spPr>
      </p:sp>
      <p:sp>
        <p:nvSpPr>
          <p:cNvPr id="28" name="Vòng 2"/>
          <p:cNvSpPr/>
          <p:nvPr/>
        </p:nvSpPr>
        <p:spPr>
          <a:xfrm>
            <a:off x="4734458" y="2834640"/>
            <a:ext cx="731520" cy="731520"/>
          </a:xfrm>
          <a:prstGeom prst="ellipse">
            <a:avLst/>
          </a:prstGeom>
          <a:solidFill>
            <a:schemeClr val="tx2"/>
          </a:solidFill>
          <a:ln/>
        </p:spPr>
      </p:sp>
      <p:pic>
        <p:nvPicPr>
          <p:cNvPr id="29" name="Biểu tượng 2" descr="Truyền thống vẻ vang">    </p:cNvPr>
          <p:cNvPicPr>
            <a:picLocks noChangeAspect="1"/>
          </p:cNvPicPr>
          <p:nvPr/>
        </p:nvPicPr>
        <p:blipFill>
          <a:blip r:embed="rId20"/>
          <a:stretch>
            <a:fillRect/>
          </a:stretch>
        </p:blipFill>
        <p:spPr>
          <a:xfrm>
            <a:off x="4926482" y="3026664"/>
            <a:ext cx="347472" cy="347472"/>
          </a:xfrm>
          <a:prstGeom prst="rect">
            <a:avLst/>
          </a:prstGeom>
        </p:spPr>
      </p:pic>
      <p:sp>
        <p:nvSpPr>
          <p:cNvPr id="30" name="Tiêu đề 2"/>
          <p:cNvSpPr txBox="1"/>
          <p:nvPr/>
        </p:nvSpPr>
        <p:spPr>
          <a:xfrm>
            <a:off x="5648858" y="2834640"/>
            <a:ext cx="1899818" cy="73152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Truyền thống vẻ vang</a:t>
            </a:r>
            <a:endParaRPr lang="en-US" sz="2000" dirty="0"/>
          </a:p>
        </p:txBody>
      </p:sp>
      <p:sp>
        <p:nvSpPr>
          <p:cNvPr id="31" name="Mô tả 2"/>
          <p:cNvSpPr txBox="1"/>
          <p:nvPr/>
        </p:nvSpPr>
        <p:spPr>
          <a:xfrm>
            <a:off x="4734458" y="3749040"/>
            <a:ext cx="2722778" cy="1143000"/>
          </a:xfrm>
          <a:prstGeom prst="rect">
            <a:avLst/>
          </a:prstGeom>
          <a:noFill/>
          <a:ln/>
        </p:spPr>
        <p:txBody>
          <a:bodyPr wrap="square" lIns="0" tIns="0" rIns="0" bIns="0" rtlCol="0" anchor="t"/>
          <a:lstStyle/>
          <a:p>
            <a:pPr indent="0" marL="0">
              <a:buNone/>
            </a:pPr>
            <a:r>
              <a:rPr lang="en-US" sz="1500" dirty="0">
                <a:solidFill>
                  <a:schemeClr val="tx1"/>
                </a:solidFill>
              </a:rPr>
              <a:t>Phụ nữ Việt Nam kiên cường trong đấu tranh, chăm chỉ, sáng tạo trong xây dựng đất nước.</a:t>
            </a:r>
            <a:endParaRPr lang="en-US" sz="1500" dirty="0"/>
          </a:p>
        </p:txBody>
      </p:sp>
      <p:sp>
        <p:nvSpPr>
          <p:cNvPr id="32" name="Thẻ 3"/>
          <p:cNvSpPr/>
          <p:nvPr/>
        </p:nvSpPr>
        <p:spPr>
          <a:xfrm>
            <a:off x="8097317" y="2514600"/>
            <a:ext cx="3362858" cy="2514600"/>
          </a:xfrm>
          <a:prstGeom prst="roundRect">
            <a:avLst>
              <a:gd name="adj" fmla="val 7273"/>
            </a:avLst>
          </a:prstGeom>
          <a:solidFill>
            <a:schemeClr val="bg1">
              <a:alpha val="88000"/>
            </a:schemeClr>
          </a:solidFill>
          <a:ln w="12700">
            <a:solidFill>
              <a:schemeClr val="accent6"/>
            </a:solidFill>
            <a:prstDash val="solid"/>
          </a:ln>
          <a:effectLst>
            <a:outerShdw sx="100000" sy="100000" kx="0" ky="0" algn="bl" rotWithShape="0" blurRad="203200" dist="50800" dir="5400000">
              <a:srgbClr val="B0436B">
                <a:alpha val="18000"/>
              </a:srgbClr>
            </a:outerShdw>
          </a:effectLst>
        </p:spPr>
      </p:sp>
      <p:sp>
        <p:nvSpPr>
          <p:cNvPr id="33" name="Vòng 3"/>
          <p:cNvSpPr/>
          <p:nvPr/>
        </p:nvSpPr>
        <p:spPr>
          <a:xfrm>
            <a:off x="8417357" y="2834640"/>
            <a:ext cx="731520" cy="731520"/>
          </a:xfrm>
          <a:prstGeom prst="ellipse">
            <a:avLst/>
          </a:prstGeom>
          <a:solidFill>
            <a:schemeClr val="accent1"/>
          </a:solidFill>
          <a:ln/>
        </p:spPr>
      </p:sp>
      <p:pic>
        <p:nvPicPr>
          <p:cNvPr id="34" name="Biểu tượng 3" descr="Lời tri ân">    </p:cNvPr>
          <p:cNvPicPr>
            <a:picLocks noChangeAspect="1"/>
          </p:cNvPicPr>
          <p:nvPr/>
        </p:nvPicPr>
        <p:blipFill>
          <a:blip r:embed="rId21"/>
          <a:stretch>
            <a:fillRect/>
          </a:stretch>
        </p:blipFill>
        <p:spPr>
          <a:xfrm>
            <a:off x="8609381" y="3026664"/>
            <a:ext cx="347472" cy="347472"/>
          </a:xfrm>
          <a:prstGeom prst="rect">
            <a:avLst/>
          </a:prstGeom>
        </p:spPr>
      </p:pic>
      <p:sp>
        <p:nvSpPr>
          <p:cNvPr id="35" name="Tiêu đề 3"/>
          <p:cNvSpPr txBox="1"/>
          <p:nvPr/>
        </p:nvSpPr>
        <p:spPr>
          <a:xfrm>
            <a:off x="9331757" y="2834640"/>
            <a:ext cx="1899818" cy="73152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Lời tri ân</a:t>
            </a:r>
            <a:endParaRPr lang="en-US" sz="2000" dirty="0"/>
          </a:p>
        </p:txBody>
      </p:sp>
      <p:sp>
        <p:nvSpPr>
          <p:cNvPr id="36" name="Mô tả 3"/>
          <p:cNvSpPr txBox="1"/>
          <p:nvPr/>
        </p:nvSpPr>
        <p:spPr>
          <a:xfrm>
            <a:off x="8417357" y="3749040"/>
            <a:ext cx="2722778" cy="1143000"/>
          </a:xfrm>
          <a:prstGeom prst="rect">
            <a:avLst/>
          </a:prstGeom>
          <a:noFill/>
          <a:ln/>
        </p:spPr>
        <p:txBody>
          <a:bodyPr wrap="square" lIns="0" tIns="0" rIns="0" bIns="0" rtlCol="0" anchor="t"/>
          <a:lstStyle/>
          <a:p>
            <a:pPr indent="0" marL="0">
              <a:buNone/>
            </a:pPr>
            <a:r>
              <a:rPr lang="en-US" sz="1500" dirty="0">
                <a:solidFill>
                  <a:schemeClr val="tx1"/>
                </a:solidFill>
              </a:rPr>
              <a:t>Dịp để mỗi gia đình và tập thể gửi lời cảm ơn, yêu thương tới mẹ, vợ, chị em và đồng nghiệp.</a:t>
            </a:r>
            <a:endParaRPr lang="en-US" sz="1500" dirty="0"/>
          </a:p>
        </p:txBody>
      </p:sp>
      <p:sp>
        <p:nvSpPr>
          <p:cNvPr id="37" name="Tám chữ vàng"/>
          <p:cNvSpPr txBox="1"/>
          <p:nvPr/>
        </p:nvSpPr>
        <p:spPr>
          <a:xfrm>
            <a:off x="2258568" y="5230368"/>
            <a:ext cx="7680960" cy="960120"/>
          </a:xfrm>
          <a:prstGeom prst="rect">
            <a:avLst/>
          </a:prstGeom>
          <a:noFill/>
          <a:ln/>
        </p:spPr>
        <p:txBody>
          <a:bodyPr wrap="square" lIns="0" tIns="0" rIns="0" bIns="0" rtlCol="0" anchor="ctr"/>
          <a:lstStyle/>
          <a:p>
            <a:pPr algn="ctr" indent="0" marL="0">
              <a:buNone/>
            </a:pPr>
            <a:r>
              <a:rPr lang="en-US" sz="1600" b="1" i="1" dirty="0">
                <a:solidFill>
                  <a:schemeClr val="accent5"/>
                </a:solidFill>
                <a:latin typeface="Calibri" pitchFamily="34" charset="0"/>
                <a:ea typeface="Calibri" pitchFamily="34" charset="-122"/>
                <a:cs typeface="Calibri" pitchFamily="34" charset="-120"/>
              </a:rPr>
              <a:t>Tám chữ vàng Bác Hồ khen tặng phụ nữ Việt Nam</a:t>
            </a:r>
            <a:endParaRPr lang="en-US" sz="2600" dirty="0"/>
          </a:p>
          <a:p>
            <a:pPr algn="ctr" indent="0" marL="0">
              <a:buNone/>
            </a:pPr>
            <a:r>
              <a:rPr lang="en-US" sz="2600" b="1" i="1" dirty="0">
                <a:solidFill>
                  <a:schemeClr val="accent1"/>
                </a:solidFill>
                <a:latin typeface="Cambria" pitchFamily="34" charset="0"/>
                <a:ea typeface="Cambria" pitchFamily="34" charset="-122"/>
                <a:cs typeface="Cambria" pitchFamily="34" charset="-120"/>
              </a:rPr>
              <a:t>Anh hùng – Bất khuất – Trung hậu – Đảm đang</a:t>
            </a:r>
            <a:endParaRPr lang="en-US" sz="26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8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repeatCount="indefinite" fill="hold" nodeType="withEffect">
                                  <p:stCondLst>
                                    <p:cond delay="0"/>
                                  </p:stCondLst>
                                  <p:childTnLst>
                                    <p:animMotion origin="layout" path="M 0 0 C 0.060 0.2 -0.060 0.4 0.024 0.6 C 0.084 0.8 -0.012 1.0 0.048 1.18 E" pathEditMode="relative" ptsTypes="">
                                      <p:cBhvr>
                                        <p:cTn id="6" dur="11000" fill="hold"/>
                                        <p:tgtEl>
                                          <p:spTgt spid="7"/>
                                        </p:tgtEl>
                                        <p:attrNameLst>
                                          <p:attrName>ppt_x</p:attrName>
                                          <p:attrName>ppt_y</p:attrName>
                                        </p:attrNameLst>
                                      </p:cBhvr>
                                    </p:animMotion>
                                  </p:childTnLst>
                                </p:cTn>
                              </p:par>
                              <p:par>
                                <p:cTn id="7" presetID="8" presetClass="emph" presetSubtype="0" repeatCount="indefinite" fill="hold" nodeType="withEffect">
                                  <p:stCondLst>
                                    <p:cond delay="0"/>
                                  </p:stCondLst>
                                  <p:childTnLst>
                                    <p:animRot by="21600000">
                                      <p:cBhvr>
                                        <p:cTn id="8" dur="3500" fill="hold"/>
                                        <p:tgtEl>
                                          <p:spTgt spid="7"/>
                                        </p:tgtEl>
                                        <p:attrNameLst>
                                          <p:attrName>r</p:attrName>
                                        </p:attrNameLst>
                                      </p:cBhvr>
                                    </p:animRot>
                                  </p:childTnLst>
                                </p:cTn>
                              </p:par>
                              <p:par>
                                <p:cTn id="9" presetID="42" presetClass="entr" presetSubtype="0" fill="hold" grpId="0" nodeType="withEffect">
                                  <p:stCondLst>
                                    <p:cond delay="40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600"/>
                                        <p:tgtEl>
                                          <p:spTgt spid="22"/>
                                        </p:tgtEl>
                                      </p:cBhvr>
                                    </p:animEffect>
                                    <p:anim calcmode="lin" valueType="num">
                                      <p:cBhvr>
                                        <p:cTn id="12" dur="600" fill="hold"/>
                                        <p:tgtEl>
                                          <p:spTgt spid="22"/>
                                        </p:tgtEl>
                                        <p:attrNameLst>
                                          <p:attrName>ppt_x</p:attrName>
                                        </p:attrNameLst>
                                      </p:cBhvr>
                                      <p:tavLst>
                                        <p:tav tm="0">
                                          <p:val>
                                            <p:strVal val="#ppt_x"/>
                                          </p:val>
                                        </p:tav>
                                        <p:tav tm="100000">
                                          <p:val>
                                            <p:strVal val="#ppt_x"/>
                                          </p:val>
                                        </p:tav>
                                      </p:tavLst>
                                    </p:anim>
                                    <p:anim calcmode="lin" valueType="num">
                                      <p:cBhvr>
                                        <p:cTn id="13" dur="600" fill="hold"/>
                                        <p:tgtEl>
                                          <p:spTgt spid="22"/>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40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600"/>
                                        <p:tgtEl>
                                          <p:spTgt spid="23"/>
                                        </p:tgtEl>
                                      </p:cBhvr>
                                    </p:animEffect>
                                    <p:anim calcmode="lin" valueType="num">
                                      <p:cBhvr>
                                        <p:cTn id="17" dur="600" fill="hold"/>
                                        <p:tgtEl>
                                          <p:spTgt spid="23"/>
                                        </p:tgtEl>
                                        <p:attrNameLst>
                                          <p:attrName>ppt_x</p:attrName>
                                        </p:attrNameLst>
                                      </p:cBhvr>
                                      <p:tavLst>
                                        <p:tav tm="0">
                                          <p:val>
                                            <p:strVal val="#ppt_x"/>
                                          </p:val>
                                        </p:tav>
                                        <p:tav tm="100000">
                                          <p:val>
                                            <p:strVal val="#ppt_x"/>
                                          </p:val>
                                        </p:tav>
                                      </p:tavLst>
                                    </p:anim>
                                    <p:anim calcmode="lin" valueType="num">
                                      <p:cBhvr>
                                        <p:cTn id="18" dur="600" fill="hold"/>
                                        <p:tgtEl>
                                          <p:spTgt spid="23"/>
                                        </p:tgtEl>
                                        <p:attrNameLst>
                                          <p:attrName>ppt_y</p:attrName>
                                        </p:attrNameLst>
                                      </p:cBhvr>
                                      <p:tavLst>
                                        <p:tav tm="0">
                                          <p:val>
                                            <p:strVal val="#ppt_y+.1"/>
                                          </p:val>
                                        </p:tav>
                                        <p:tav tm="100000">
                                          <p:val>
                                            <p:strVal val="#ppt_y"/>
                                          </p:val>
                                        </p:tav>
                                      </p:tavLst>
                                    </p:anim>
                                  </p:childTnLst>
                                </p:cTn>
                              </p:par>
                              <p:par>
                                <p:cTn id="19" presetID="42" presetClass="entr" presetSubtype="0" fill="hold" nodeType="withEffect">
                                  <p:stCondLst>
                                    <p:cond delay="40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600"/>
                                        <p:tgtEl>
                                          <p:spTgt spid="24"/>
                                        </p:tgtEl>
                                      </p:cBhvr>
                                    </p:animEffect>
                                    <p:anim calcmode="lin" valueType="num">
                                      <p:cBhvr>
                                        <p:cTn id="22" dur="600" fill="hold"/>
                                        <p:tgtEl>
                                          <p:spTgt spid="24"/>
                                        </p:tgtEl>
                                        <p:attrNameLst>
                                          <p:attrName>ppt_x</p:attrName>
                                        </p:attrNameLst>
                                      </p:cBhvr>
                                      <p:tavLst>
                                        <p:tav tm="0">
                                          <p:val>
                                            <p:strVal val="#ppt_x"/>
                                          </p:val>
                                        </p:tav>
                                        <p:tav tm="100000">
                                          <p:val>
                                            <p:strVal val="#ppt_x"/>
                                          </p:val>
                                        </p:tav>
                                      </p:tavLst>
                                    </p:anim>
                                    <p:anim calcmode="lin" valueType="num">
                                      <p:cBhvr>
                                        <p:cTn id="23" dur="600" fill="hold"/>
                                        <p:tgtEl>
                                          <p:spTgt spid="24"/>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40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600"/>
                                        <p:tgtEl>
                                          <p:spTgt spid="25"/>
                                        </p:tgtEl>
                                      </p:cBhvr>
                                    </p:animEffect>
                                    <p:anim calcmode="lin" valueType="num">
                                      <p:cBhvr>
                                        <p:cTn id="27" dur="600" fill="hold"/>
                                        <p:tgtEl>
                                          <p:spTgt spid="25"/>
                                        </p:tgtEl>
                                        <p:attrNameLst>
                                          <p:attrName>ppt_x</p:attrName>
                                        </p:attrNameLst>
                                      </p:cBhvr>
                                      <p:tavLst>
                                        <p:tav tm="0">
                                          <p:val>
                                            <p:strVal val="#ppt_x"/>
                                          </p:val>
                                        </p:tav>
                                        <p:tav tm="100000">
                                          <p:val>
                                            <p:strVal val="#ppt_x"/>
                                          </p:val>
                                        </p:tav>
                                      </p:tavLst>
                                    </p:anim>
                                    <p:anim calcmode="lin" valueType="num">
                                      <p:cBhvr>
                                        <p:cTn id="28" dur="600" fill="hold"/>
                                        <p:tgtEl>
                                          <p:spTgt spid="25"/>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40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600"/>
                                        <p:tgtEl>
                                          <p:spTgt spid="26"/>
                                        </p:tgtEl>
                                      </p:cBhvr>
                                    </p:animEffect>
                                    <p:anim calcmode="lin" valueType="num">
                                      <p:cBhvr>
                                        <p:cTn id="32" dur="600" fill="hold"/>
                                        <p:tgtEl>
                                          <p:spTgt spid="26"/>
                                        </p:tgtEl>
                                        <p:attrNameLst>
                                          <p:attrName>ppt_x</p:attrName>
                                        </p:attrNameLst>
                                      </p:cBhvr>
                                      <p:tavLst>
                                        <p:tav tm="0">
                                          <p:val>
                                            <p:strVal val="#ppt_x"/>
                                          </p:val>
                                        </p:tav>
                                        <p:tav tm="100000">
                                          <p:val>
                                            <p:strVal val="#ppt_x"/>
                                          </p:val>
                                        </p:tav>
                                      </p:tavLst>
                                    </p:anim>
                                    <p:anim calcmode="lin" valueType="num">
                                      <p:cBhvr>
                                        <p:cTn id="33" dur="600" fill="hold"/>
                                        <p:tgtEl>
                                          <p:spTgt spid="26"/>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850"/>
                                  </p:stCondLst>
                                  <p:childTnLst>
                                    <p:set>
                                      <p:cBhvr>
                                        <p:cTn id="35" dur="1" fill="hold">
                                          <p:stCondLst>
                                            <p:cond delay="0"/>
                                          </p:stCondLst>
                                        </p:cTn>
                                        <p:tgtEl>
                                          <p:spTgt spid="27"/>
                                        </p:tgtEl>
                                        <p:attrNameLst>
                                          <p:attrName>style.visibility</p:attrName>
                                        </p:attrNameLst>
                                      </p:cBhvr>
                                      <p:to>
                                        <p:strVal val="visible"/>
                                      </p:to>
                                    </p:set>
                                    <p:animEffect transition="in" filter="fade">
                                      <p:cBhvr>
                                        <p:cTn id="36" dur="600"/>
                                        <p:tgtEl>
                                          <p:spTgt spid="27"/>
                                        </p:tgtEl>
                                      </p:cBhvr>
                                    </p:animEffect>
                                    <p:anim calcmode="lin" valueType="num">
                                      <p:cBhvr>
                                        <p:cTn id="37" dur="600" fill="hold"/>
                                        <p:tgtEl>
                                          <p:spTgt spid="27"/>
                                        </p:tgtEl>
                                        <p:attrNameLst>
                                          <p:attrName>ppt_x</p:attrName>
                                        </p:attrNameLst>
                                      </p:cBhvr>
                                      <p:tavLst>
                                        <p:tav tm="0">
                                          <p:val>
                                            <p:strVal val="#ppt_x"/>
                                          </p:val>
                                        </p:tav>
                                        <p:tav tm="100000">
                                          <p:val>
                                            <p:strVal val="#ppt_x"/>
                                          </p:val>
                                        </p:tav>
                                      </p:tavLst>
                                    </p:anim>
                                    <p:anim calcmode="lin" valueType="num">
                                      <p:cBhvr>
                                        <p:cTn id="38" dur="600" fill="hold"/>
                                        <p:tgtEl>
                                          <p:spTgt spid="27"/>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85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600"/>
                                        <p:tgtEl>
                                          <p:spTgt spid="28"/>
                                        </p:tgtEl>
                                      </p:cBhvr>
                                    </p:animEffect>
                                    <p:anim calcmode="lin" valueType="num">
                                      <p:cBhvr>
                                        <p:cTn id="42" dur="600" fill="hold"/>
                                        <p:tgtEl>
                                          <p:spTgt spid="28"/>
                                        </p:tgtEl>
                                        <p:attrNameLst>
                                          <p:attrName>ppt_x</p:attrName>
                                        </p:attrNameLst>
                                      </p:cBhvr>
                                      <p:tavLst>
                                        <p:tav tm="0">
                                          <p:val>
                                            <p:strVal val="#ppt_x"/>
                                          </p:val>
                                        </p:tav>
                                        <p:tav tm="100000">
                                          <p:val>
                                            <p:strVal val="#ppt_x"/>
                                          </p:val>
                                        </p:tav>
                                      </p:tavLst>
                                    </p:anim>
                                    <p:anim calcmode="lin" valueType="num">
                                      <p:cBhvr>
                                        <p:cTn id="43" dur="600" fill="hold"/>
                                        <p:tgtEl>
                                          <p:spTgt spid="28"/>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85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600"/>
                                        <p:tgtEl>
                                          <p:spTgt spid="29"/>
                                        </p:tgtEl>
                                      </p:cBhvr>
                                    </p:animEffect>
                                    <p:anim calcmode="lin" valueType="num">
                                      <p:cBhvr>
                                        <p:cTn id="47" dur="600" fill="hold"/>
                                        <p:tgtEl>
                                          <p:spTgt spid="29"/>
                                        </p:tgtEl>
                                        <p:attrNameLst>
                                          <p:attrName>ppt_x</p:attrName>
                                        </p:attrNameLst>
                                      </p:cBhvr>
                                      <p:tavLst>
                                        <p:tav tm="0">
                                          <p:val>
                                            <p:strVal val="#ppt_x"/>
                                          </p:val>
                                        </p:tav>
                                        <p:tav tm="100000">
                                          <p:val>
                                            <p:strVal val="#ppt_x"/>
                                          </p:val>
                                        </p:tav>
                                      </p:tavLst>
                                    </p:anim>
                                    <p:anim calcmode="lin" valueType="num">
                                      <p:cBhvr>
                                        <p:cTn id="48" dur="600" fill="hold"/>
                                        <p:tgtEl>
                                          <p:spTgt spid="29"/>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850"/>
                                  </p:stCondLst>
                                  <p:childTnLst>
                                    <p:set>
                                      <p:cBhvr>
                                        <p:cTn id="50" dur="1" fill="hold">
                                          <p:stCondLst>
                                            <p:cond delay="0"/>
                                          </p:stCondLst>
                                        </p:cTn>
                                        <p:tgtEl>
                                          <p:spTgt spid="30"/>
                                        </p:tgtEl>
                                        <p:attrNameLst>
                                          <p:attrName>style.visibility</p:attrName>
                                        </p:attrNameLst>
                                      </p:cBhvr>
                                      <p:to>
                                        <p:strVal val="visible"/>
                                      </p:to>
                                    </p:set>
                                    <p:animEffect transition="in" filter="fade">
                                      <p:cBhvr>
                                        <p:cTn id="51" dur="600"/>
                                        <p:tgtEl>
                                          <p:spTgt spid="30"/>
                                        </p:tgtEl>
                                      </p:cBhvr>
                                    </p:animEffect>
                                    <p:anim calcmode="lin" valueType="num">
                                      <p:cBhvr>
                                        <p:cTn id="52" dur="600" fill="hold"/>
                                        <p:tgtEl>
                                          <p:spTgt spid="30"/>
                                        </p:tgtEl>
                                        <p:attrNameLst>
                                          <p:attrName>ppt_x</p:attrName>
                                        </p:attrNameLst>
                                      </p:cBhvr>
                                      <p:tavLst>
                                        <p:tav tm="0">
                                          <p:val>
                                            <p:strVal val="#ppt_x"/>
                                          </p:val>
                                        </p:tav>
                                        <p:tav tm="100000">
                                          <p:val>
                                            <p:strVal val="#ppt_x"/>
                                          </p:val>
                                        </p:tav>
                                      </p:tavLst>
                                    </p:anim>
                                    <p:anim calcmode="lin" valueType="num">
                                      <p:cBhvr>
                                        <p:cTn id="53" dur="600" fill="hold"/>
                                        <p:tgtEl>
                                          <p:spTgt spid="30"/>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850"/>
                                  </p:stCondLst>
                                  <p:childTnLst>
                                    <p:set>
                                      <p:cBhvr>
                                        <p:cTn id="55" dur="1" fill="hold">
                                          <p:stCondLst>
                                            <p:cond delay="0"/>
                                          </p:stCondLst>
                                        </p:cTn>
                                        <p:tgtEl>
                                          <p:spTgt spid="31"/>
                                        </p:tgtEl>
                                        <p:attrNameLst>
                                          <p:attrName>style.visibility</p:attrName>
                                        </p:attrNameLst>
                                      </p:cBhvr>
                                      <p:to>
                                        <p:strVal val="visible"/>
                                      </p:to>
                                    </p:set>
                                    <p:animEffect transition="in" filter="fade">
                                      <p:cBhvr>
                                        <p:cTn id="56" dur="600"/>
                                        <p:tgtEl>
                                          <p:spTgt spid="31"/>
                                        </p:tgtEl>
                                      </p:cBhvr>
                                    </p:animEffect>
                                    <p:anim calcmode="lin" valueType="num">
                                      <p:cBhvr>
                                        <p:cTn id="57" dur="600" fill="hold"/>
                                        <p:tgtEl>
                                          <p:spTgt spid="31"/>
                                        </p:tgtEl>
                                        <p:attrNameLst>
                                          <p:attrName>ppt_x</p:attrName>
                                        </p:attrNameLst>
                                      </p:cBhvr>
                                      <p:tavLst>
                                        <p:tav tm="0">
                                          <p:val>
                                            <p:strVal val="#ppt_x"/>
                                          </p:val>
                                        </p:tav>
                                        <p:tav tm="100000">
                                          <p:val>
                                            <p:strVal val="#ppt_x"/>
                                          </p:val>
                                        </p:tav>
                                      </p:tavLst>
                                    </p:anim>
                                    <p:anim calcmode="lin" valueType="num">
                                      <p:cBhvr>
                                        <p:cTn id="58" dur="600" fill="hold"/>
                                        <p:tgtEl>
                                          <p:spTgt spid="31"/>
                                        </p:tgtEl>
                                        <p:attrNameLst>
                                          <p:attrName>ppt_y</p:attrName>
                                        </p:attrNameLst>
                                      </p:cBhvr>
                                      <p:tavLst>
                                        <p:tav tm="0">
                                          <p:val>
                                            <p:strVal val="#ppt_y+.1"/>
                                          </p:val>
                                        </p:tav>
                                        <p:tav tm="100000">
                                          <p:val>
                                            <p:strVal val="#ppt_y"/>
                                          </p:val>
                                        </p:tav>
                                      </p:tavLst>
                                    </p:anim>
                                  </p:childTnLst>
                                </p:cTn>
                              </p:par>
                              <p:par>
                                <p:cTn id="59" presetID="0" presetClass="path" presetSubtype="0" repeatCount="indefinite" fill="hold" nodeType="withEffect">
                                  <p:stCondLst>
                                    <p:cond delay="1070"/>
                                  </p:stCondLst>
                                  <p:childTnLst>
                                    <p:animMotion origin="layout" path="M 0 0 C 0.040 0.2 -0.040 0.4 0.016 0.6 C 0.056 0.8 -0.008 1.0 0.032 1.18 E" pathEditMode="relative" ptsTypes="">
                                      <p:cBhvr>
                                        <p:cTn id="60" dur="9300" fill="hold"/>
                                        <p:tgtEl>
                                          <p:spTgt spid="18"/>
                                        </p:tgtEl>
                                        <p:attrNameLst>
                                          <p:attrName>ppt_x</p:attrName>
                                          <p:attrName>ppt_y</p:attrName>
                                        </p:attrNameLst>
                                      </p:cBhvr>
                                    </p:animMotion>
                                  </p:childTnLst>
                                </p:cTn>
                              </p:par>
                              <p:par>
                                <p:cTn id="61" presetID="8" presetClass="emph" presetSubtype="0" repeatCount="indefinite" fill="hold" nodeType="withEffect">
                                  <p:stCondLst>
                                    <p:cond delay="1070"/>
                                  </p:stCondLst>
                                  <p:childTnLst>
                                    <p:animRot by="-21600000">
                                      <p:cBhvr>
                                        <p:cTn id="62" dur="5200" fill="hold"/>
                                        <p:tgtEl>
                                          <p:spTgt spid="18"/>
                                        </p:tgtEl>
                                        <p:attrNameLst>
                                          <p:attrName>r</p:attrName>
                                        </p:attrNameLst>
                                      </p:cBhvr>
                                    </p:animRot>
                                  </p:childTnLst>
                                </p:cTn>
                              </p:par>
                              <p:par>
                                <p:cTn id="63" presetID="0" presetClass="path" presetSubtype="0" repeatCount="indefinite" fill="hold" nodeType="withEffect">
                                  <p:stCondLst>
                                    <p:cond delay="1220"/>
                                  </p:stCondLst>
                                  <p:childTnLst>
                                    <p:animMotion origin="layout" path="M 0 0 C 0.060 0.2 -0.060 0.4 0.024 0.6 C 0.084 0.8 -0.012 1.0 0.048 1.18 E" pathEditMode="relative" ptsTypes="">
                                      <p:cBhvr>
                                        <p:cTn id="64" dur="10500" fill="hold"/>
                                        <p:tgtEl>
                                          <p:spTgt spid="13"/>
                                        </p:tgtEl>
                                        <p:attrNameLst>
                                          <p:attrName>ppt_x</p:attrName>
                                          <p:attrName>ppt_y</p:attrName>
                                        </p:attrNameLst>
                                      </p:cBhvr>
                                    </p:animMotion>
                                  </p:childTnLst>
                                </p:cTn>
                              </p:par>
                              <p:par>
                                <p:cTn id="65" presetID="8" presetClass="emph" presetSubtype="0" repeatCount="indefinite" fill="hold" nodeType="withEffect">
                                  <p:stCondLst>
                                    <p:cond delay="1220"/>
                                  </p:stCondLst>
                                  <p:childTnLst>
                                    <p:animRot by="21600000">
                                      <p:cBhvr>
                                        <p:cTn id="66" dur="4700" fill="hold"/>
                                        <p:tgtEl>
                                          <p:spTgt spid="13"/>
                                        </p:tgtEl>
                                        <p:attrNameLst>
                                          <p:attrName>r</p:attrName>
                                        </p:attrNameLst>
                                      </p:cBhvr>
                                    </p:animRot>
                                  </p:childTnLst>
                                </p:cTn>
                              </p:par>
                              <p:par>
                                <p:cTn id="67" presetID="42" presetClass="entr" presetSubtype="0" fill="hold" grpId="0" nodeType="withEffect">
                                  <p:stCondLst>
                                    <p:cond delay="1300"/>
                                  </p:stCondLst>
                                  <p:childTnLst>
                                    <p:set>
                                      <p:cBhvr>
                                        <p:cTn id="68" dur="1" fill="hold">
                                          <p:stCondLst>
                                            <p:cond delay="0"/>
                                          </p:stCondLst>
                                        </p:cTn>
                                        <p:tgtEl>
                                          <p:spTgt spid="32"/>
                                        </p:tgtEl>
                                        <p:attrNameLst>
                                          <p:attrName>style.visibility</p:attrName>
                                        </p:attrNameLst>
                                      </p:cBhvr>
                                      <p:to>
                                        <p:strVal val="visible"/>
                                      </p:to>
                                    </p:set>
                                    <p:animEffect transition="in" filter="fade">
                                      <p:cBhvr>
                                        <p:cTn id="69" dur="600"/>
                                        <p:tgtEl>
                                          <p:spTgt spid="32"/>
                                        </p:tgtEl>
                                      </p:cBhvr>
                                    </p:animEffect>
                                    <p:anim calcmode="lin" valueType="num">
                                      <p:cBhvr>
                                        <p:cTn id="70" dur="600" fill="hold"/>
                                        <p:tgtEl>
                                          <p:spTgt spid="32"/>
                                        </p:tgtEl>
                                        <p:attrNameLst>
                                          <p:attrName>ppt_x</p:attrName>
                                        </p:attrNameLst>
                                      </p:cBhvr>
                                      <p:tavLst>
                                        <p:tav tm="0">
                                          <p:val>
                                            <p:strVal val="#ppt_x"/>
                                          </p:val>
                                        </p:tav>
                                        <p:tav tm="100000">
                                          <p:val>
                                            <p:strVal val="#ppt_x"/>
                                          </p:val>
                                        </p:tav>
                                      </p:tavLst>
                                    </p:anim>
                                    <p:anim calcmode="lin" valueType="num">
                                      <p:cBhvr>
                                        <p:cTn id="71" dur="600" fill="hold"/>
                                        <p:tgtEl>
                                          <p:spTgt spid="32"/>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1300"/>
                                  </p:stCondLst>
                                  <p:childTnLst>
                                    <p:set>
                                      <p:cBhvr>
                                        <p:cTn id="73" dur="1" fill="hold">
                                          <p:stCondLst>
                                            <p:cond delay="0"/>
                                          </p:stCondLst>
                                        </p:cTn>
                                        <p:tgtEl>
                                          <p:spTgt spid="33"/>
                                        </p:tgtEl>
                                        <p:attrNameLst>
                                          <p:attrName>style.visibility</p:attrName>
                                        </p:attrNameLst>
                                      </p:cBhvr>
                                      <p:to>
                                        <p:strVal val="visible"/>
                                      </p:to>
                                    </p:set>
                                    <p:animEffect transition="in" filter="fade">
                                      <p:cBhvr>
                                        <p:cTn id="74" dur="600"/>
                                        <p:tgtEl>
                                          <p:spTgt spid="33"/>
                                        </p:tgtEl>
                                      </p:cBhvr>
                                    </p:animEffect>
                                    <p:anim calcmode="lin" valueType="num">
                                      <p:cBhvr>
                                        <p:cTn id="75" dur="600" fill="hold"/>
                                        <p:tgtEl>
                                          <p:spTgt spid="33"/>
                                        </p:tgtEl>
                                        <p:attrNameLst>
                                          <p:attrName>ppt_x</p:attrName>
                                        </p:attrNameLst>
                                      </p:cBhvr>
                                      <p:tavLst>
                                        <p:tav tm="0">
                                          <p:val>
                                            <p:strVal val="#ppt_x"/>
                                          </p:val>
                                        </p:tav>
                                        <p:tav tm="100000">
                                          <p:val>
                                            <p:strVal val="#ppt_x"/>
                                          </p:val>
                                        </p:tav>
                                      </p:tavLst>
                                    </p:anim>
                                    <p:anim calcmode="lin" valueType="num">
                                      <p:cBhvr>
                                        <p:cTn id="76" dur="600" fill="hold"/>
                                        <p:tgtEl>
                                          <p:spTgt spid="33"/>
                                        </p:tgtEl>
                                        <p:attrNameLst>
                                          <p:attrName>ppt_y</p:attrName>
                                        </p:attrNameLst>
                                      </p:cBhvr>
                                      <p:tavLst>
                                        <p:tav tm="0">
                                          <p:val>
                                            <p:strVal val="#ppt_y+.1"/>
                                          </p:val>
                                        </p:tav>
                                        <p:tav tm="100000">
                                          <p:val>
                                            <p:strVal val="#ppt_y"/>
                                          </p:val>
                                        </p:tav>
                                      </p:tavLst>
                                    </p:anim>
                                  </p:childTnLst>
                                </p:cTn>
                              </p:par>
                              <p:par>
                                <p:cTn id="77" presetID="42" presetClass="entr" presetSubtype="0" fill="hold" nodeType="withEffect">
                                  <p:stCondLst>
                                    <p:cond delay="1300"/>
                                  </p:stCondLst>
                                  <p:childTnLst>
                                    <p:set>
                                      <p:cBhvr>
                                        <p:cTn id="78" dur="1" fill="hold">
                                          <p:stCondLst>
                                            <p:cond delay="0"/>
                                          </p:stCondLst>
                                        </p:cTn>
                                        <p:tgtEl>
                                          <p:spTgt spid="34"/>
                                        </p:tgtEl>
                                        <p:attrNameLst>
                                          <p:attrName>style.visibility</p:attrName>
                                        </p:attrNameLst>
                                      </p:cBhvr>
                                      <p:to>
                                        <p:strVal val="visible"/>
                                      </p:to>
                                    </p:set>
                                    <p:animEffect transition="in" filter="fade">
                                      <p:cBhvr>
                                        <p:cTn id="79" dur="600"/>
                                        <p:tgtEl>
                                          <p:spTgt spid="34"/>
                                        </p:tgtEl>
                                      </p:cBhvr>
                                    </p:animEffect>
                                    <p:anim calcmode="lin" valueType="num">
                                      <p:cBhvr>
                                        <p:cTn id="80" dur="600" fill="hold"/>
                                        <p:tgtEl>
                                          <p:spTgt spid="34"/>
                                        </p:tgtEl>
                                        <p:attrNameLst>
                                          <p:attrName>ppt_x</p:attrName>
                                        </p:attrNameLst>
                                      </p:cBhvr>
                                      <p:tavLst>
                                        <p:tav tm="0">
                                          <p:val>
                                            <p:strVal val="#ppt_x"/>
                                          </p:val>
                                        </p:tav>
                                        <p:tav tm="100000">
                                          <p:val>
                                            <p:strVal val="#ppt_x"/>
                                          </p:val>
                                        </p:tav>
                                      </p:tavLst>
                                    </p:anim>
                                    <p:anim calcmode="lin" valueType="num">
                                      <p:cBhvr>
                                        <p:cTn id="81" dur="600" fill="hold"/>
                                        <p:tgtEl>
                                          <p:spTgt spid="34"/>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1300"/>
                                  </p:stCondLst>
                                  <p:childTnLst>
                                    <p:set>
                                      <p:cBhvr>
                                        <p:cTn id="83" dur="1" fill="hold">
                                          <p:stCondLst>
                                            <p:cond delay="0"/>
                                          </p:stCondLst>
                                        </p:cTn>
                                        <p:tgtEl>
                                          <p:spTgt spid="35"/>
                                        </p:tgtEl>
                                        <p:attrNameLst>
                                          <p:attrName>style.visibility</p:attrName>
                                        </p:attrNameLst>
                                      </p:cBhvr>
                                      <p:to>
                                        <p:strVal val="visible"/>
                                      </p:to>
                                    </p:set>
                                    <p:animEffect transition="in" filter="fade">
                                      <p:cBhvr>
                                        <p:cTn id="84" dur="600"/>
                                        <p:tgtEl>
                                          <p:spTgt spid="35"/>
                                        </p:tgtEl>
                                      </p:cBhvr>
                                    </p:animEffect>
                                    <p:anim calcmode="lin" valueType="num">
                                      <p:cBhvr>
                                        <p:cTn id="85" dur="600" fill="hold"/>
                                        <p:tgtEl>
                                          <p:spTgt spid="35"/>
                                        </p:tgtEl>
                                        <p:attrNameLst>
                                          <p:attrName>ppt_x</p:attrName>
                                        </p:attrNameLst>
                                      </p:cBhvr>
                                      <p:tavLst>
                                        <p:tav tm="0">
                                          <p:val>
                                            <p:strVal val="#ppt_x"/>
                                          </p:val>
                                        </p:tav>
                                        <p:tav tm="100000">
                                          <p:val>
                                            <p:strVal val="#ppt_x"/>
                                          </p:val>
                                        </p:tav>
                                      </p:tavLst>
                                    </p:anim>
                                    <p:anim calcmode="lin" valueType="num">
                                      <p:cBhvr>
                                        <p:cTn id="86" dur="600" fill="hold"/>
                                        <p:tgtEl>
                                          <p:spTgt spid="35"/>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1300"/>
                                  </p:stCondLst>
                                  <p:childTnLst>
                                    <p:set>
                                      <p:cBhvr>
                                        <p:cTn id="88" dur="1" fill="hold">
                                          <p:stCondLst>
                                            <p:cond delay="0"/>
                                          </p:stCondLst>
                                        </p:cTn>
                                        <p:tgtEl>
                                          <p:spTgt spid="36"/>
                                        </p:tgtEl>
                                        <p:attrNameLst>
                                          <p:attrName>style.visibility</p:attrName>
                                        </p:attrNameLst>
                                      </p:cBhvr>
                                      <p:to>
                                        <p:strVal val="visible"/>
                                      </p:to>
                                    </p:set>
                                    <p:animEffect transition="in" filter="fade">
                                      <p:cBhvr>
                                        <p:cTn id="89" dur="600"/>
                                        <p:tgtEl>
                                          <p:spTgt spid="36"/>
                                        </p:tgtEl>
                                      </p:cBhvr>
                                    </p:animEffect>
                                    <p:anim calcmode="lin" valueType="num">
                                      <p:cBhvr>
                                        <p:cTn id="90" dur="600" fill="hold"/>
                                        <p:tgtEl>
                                          <p:spTgt spid="36"/>
                                        </p:tgtEl>
                                        <p:attrNameLst>
                                          <p:attrName>ppt_x</p:attrName>
                                        </p:attrNameLst>
                                      </p:cBhvr>
                                      <p:tavLst>
                                        <p:tav tm="0">
                                          <p:val>
                                            <p:strVal val="#ppt_x"/>
                                          </p:val>
                                        </p:tav>
                                        <p:tav tm="100000">
                                          <p:val>
                                            <p:strVal val="#ppt_x"/>
                                          </p:val>
                                        </p:tav>
                                      </p:tavLst>
                                    </p:anim>
                                    <p:anim calcmode="lin" valueType="num">
                                      <p:cBhvr>
                                        <p:cTn id="91" dur="600" fill="hold"/>
                                        <p:tgtEl>
                                          <p:spTgt spid="36"/>
                                        </p:tgtEl>
                                        <p:attrNameLst>
                                          <p:attrName>ppt_y</p:attrName>
                                        </p:attrNameLst>
                                      </p:cBhvr>
                                      <p:tavLst>
                                        <p:tav tm="0">
                                          <p:val>
                                            <p:strVal val="#ppt_y+.1"/>
                                          </p:val>
                                        </p:tav>
                                        <p:tav tm="100000">
                                          <p:val>
                                            <p:strVal val="#ppt_y"/>
                                          </p:val>
                                        </p:tav>
                                      </p:tavLst>
                                    </p:anim>
                                  </p:childTnLst>
                                </p:cTn>
                              </p:par>
                              <p:par>
                                <p:cTn id="92" presetID="0" presetClass="path" presetSubtype="0" repeatCount="indefinite" fill="hold" nodeType="withEffect">
                                  <p:stCondLst>
                                    <p:cond delay="1370"/>
                                  </p:stCondLst>
                                  <p:childTnLst>
                                    <p:animMotion origin="layout" path="M 0 0 C -0.040 0.2 0.040 0.4 -0.016 0.6 C -0.056 0.8 0.008 1.0 -0.032 1.18 E" pathEditMode="relative" ptsTypes="">
                                      <p:cBhvr>
                                        <p:cTn id="93" dur="9500" fill="hold"/>
                                        <p:tgtEl>
                                          <p:spTgt spid="8"/>
                                        </p:tgtEl>
                                        <p:attrNameLst>
                                          <p:attrName>ppt_x</p:attrName>
                                          <p:attrName>ppt_y</p:attrName>
                                        </p:attrNameLst>
                                      </p:cBhvr>
                                    </p:animMotion>
                                  </p:childTnLst>
                                </p:cTn>
                              </p:par>
                              <p:par>
                                <p:cTn id="94" presetID="8" presetClass="emph" presetSubtype="0" repeatCount="indefinite" fill="hold" nodeType="withEffect">
                                  <p:stCondLst>
                                    <p:cond delay="1370"/>
                                  </p:stCondLst>
                                  <p:childTnLst>
                                    <p:animRot by="-21600000">
                                      <p:cBhvr>
                                        <p:cTn id="95" dur="4200" fill="hold"/>
                                        <p:tgtEl>
                                          <p:spTgt spid="8"/>
                                        </p:tgtEl>
                                        <p:attrNameLst>
                                          <p:attrName>r</p:attrName>
                                        </p:attrNameLst>
                                      </p:cBhvr>
                                    </p:animRot>
                                  </p:childTnLst>
                                </p:cTn>
                              </p:par>
                              <p:par>
                                <p:cTn id="96" presetID="0" presetClass="path" presetSubtype="0" repeatCount="indefinite" fill="hold" nodeType="withEffect">
                                  <p:stCondLst>
                                    <p:cond delay="1500"/>
                                  </p:stCondLst>
                                  <p:childTnLst>
                                    <p:animMotion origin="layout" path="M 0 0 C 0.100 0.2 -0.100 0.4 0.040 0.6 C 0.140 0.8 -0.020 1.0 0.080 1.18 E" pathEditMode="relative" ptsTypes="">
                                      <p:cBhvr>
                                        <p:cTn id="97" dur="13000" fill="hold"/>
                                        <p:tgtEl>
                                          <p:spTgt spid="19"/>
                                        </p:tgtEl>
                                        <p:attrNameLst>
                                          <p:attrName>ppt_x</p:attrName>
                                          <p:attrName>ppt_y</p:attrName>
                                        </p:attrNameLst>
                                      </p:cBhvr>
                                    </p:animMotion>
                                  </p:childTnLst>
                                </p:cTn>
                              </p:par>
                              <p:par>
                                <p:cTn id="98" presetID="8" presetClass="emph" presetSubtype="0" repeatCount="indefinite" fill="hold" nodeType="withEffect">
                                  <p:stCondLst>
                                    <p:cond delay="1500"/>
                                  </p:stCondLst>
                                  <p:childTnLst>
                                    <p:animRot by="21600000">
                                      <p:cBhvr>
                                        <p:cTn id="99" dur="3500" fill="hold"/>
                                        <p:tgtEl>
                                          <p:spTgt spid="19"/>
                                        </p:tgtEl>
                                        <p:attrNameLst>
                                          <p:attrName>r</p:attrName>
                                        </p:attrNameLst>
                                      </p:cBhvr>
                                    </p:animRot>
                                  </p:childTnLst>
                                </p:cTn>
                              </p:par>
                              <p:par>
                                <p:cTn id="100" presetID="8" presetClass="emph" presetSubtype="0" repeatCount="indefinite" fill="hold" nodeType="withEffect">
                                  <p:stCondLst>
                                    <p:cond delay="1800"/>
                                  </p:stCondLst>
                                  <p:childTnLst>
                                    <p:animRot by="21600000">
                                      <p:cBhvr>
                                        <p:cTn id="101" dur="60000" fill="hold"/>
                                        <p:tgtEl>
                                          <p:spTgt spid="3"/>
                                        </p:tgtEl>
                                        <p:attrNameLst>
                                          <p:attrName>r</p:attrName>
                                        </p:attrNameLst>
                                      </p:cBhvr>
                                    </p:animRot>
                                  </p:childTnLst>
                                </p:cTn>
                              </p:par>
                              <p:par>
                                <p:cTn id="102" presetID="8" presetClass="emph" presetSubtype="0" repeatCount="indefinite" fill="hold" nodeType="withEffect">
                                  <p:stCondLst>
                                    <p:cond delay="1800"/>
                                  </p:stCondLst>
                                  <p:childTnLst>
                                    <p:animRot by="-21600000">
                                      <p:cBhvr>
                                        <p:cTn id="103" dur="45000" fill="hold"/>
                                        <p:tgtEl>
                                          <p:spTgt spid="2"/>
                                        </p:tgtEl>
                                        <p:attrNameLst>
                                          <p:attrName>r</p:attrName>
                                        </p:attrNameLst>
                                      </p:cBhvr>
                                    </p:animRot>
                                  </p:childTnLst>
                                </p:cTn>
                              </p:par>
                              <p:par>
                                <p:cTn id="104" presetID="8" presetClass="emph" presetSubtype="0" repeatCount="indefinite" autoRev="1" fill="hold" nodeType="withEffect">
                                  <p:stCondLst>
                                    <p:cond delay="1800"/>
                                  </p:stCondLst>
                                  <p:childTnLst>
                                    <p:animRot by="180000">
                                      <p:cBhvr>
                                        <p:cTn id="105" dur="2600" fill="hold"/>
                                        <p:tgtEl>
                                          <p:spTgt spid="4"/>
                                        </p:tgtEl>
                                        <p:attrNameLst>
                                          <p:attrName>r</p:attrName>
                                        </p:attrNameLst>
                                      </p:cBhvr>
                                    </p:animRot>
                                  </p:childTnLst>
                                </p:cTn>
                              </p:par>
                              <p:par>
                                <p:cTn id="106" presetID="53" presetClass="entr" presetSubtype="16" fill="hold" grpId="0" nodeType="withEffect">
                                  <p:stCondLst>
                                    <p:cond delay="1900"/>
                                  </p:stCondLst>
                                  <p:childTnLst>
                                    <p:set>
                                      <p:cBhvr>
                                        <p:cTn id="107" dur="1" fill="hold">
                                          <p:stCondLst>
                                            <p:cond delay="0"/>
                                          </p:stCondLst>
                                        </p:cTn>
                                        <p:tgtEl>
                                          <p:spTgt spid="37"/>
                                        </p:tgtEl>
                                        <p:attrNameLst>
                                          <p:attrName>style.visibility</p:attrName>
                                        </p:attrNameLst>
                                      </p:cBhvr>
                                      <p:to>
                                        <p:strVal val="visible"/>
                                      </p:to>
                                    </p:set>
                                    <p:anim calcmode="lin" valueType="num">
                                      <p:cBhvr>
                                        <p:cTn id="108" dur="700" fill="hold"/>
                                        <p:tgtEl>
                                          <p:spTgt spid="37"/>
                                        </p:tgtEl>
                                        <p:attrNameLst>
                                          <p:attrName>ppt_w</p:attrName>
                                        </p:attrNameLst>
                                      </p:cBhvr>
                                      <p:tavLst>
                                        <p:tav tm="0">
                                          <p:val>
                                            <p:fltVal val="0"/>
                                          </p:val>
                                        </p:tav>
                                        <p:tav tm="100000">
                                          <p:val>
                                            <p:strVal val="#ppt_w"/>
                                          </p:val>
                                        </p:tav>
                                      </p:tavLst>
                                    </p:anim>
                                    <p:anim calcmode="lin" valueType="num">
                                      <p:cBhvr>
                                        <p:cTn id="109" dur="700" fill="hold"/>
                                        <p:tgtEl>
                                          <p:spTgt spid="37"/>
                                        </p:tgtEl>
                                        <p:attrNameLst>
                                          <p:attrName>ppt_h</p:attrName>
                                        </p:attrNameLst>
                                      </p:cBhvr>
                                      <p:tavLst>
                                        <p:tav tm="0">
                                          <p:val>
                                            <p:fltVal val="0"/>
                                          </p:val>
                                        </p:tav>
                                        <p:tav tm="100000">
                                          <p:val>
                                            <p:strVal val="#ppt_h"/>
                                          </p:val>
                                        </p:tav>
                                      </p:tavLst>
                                    </p:anim>
                                    <p:animEffect transition="in" filter="fade">
                                      <p:cBhvr>
                                        <p:cTn id="110" dur="700"/>
                                        <p:tgtEl>
                                          <p:spTgt spid="37"/>
                                        </p:tgtEl>
                                      </p:cBhvr>
                                    </p:animEffect>
                                  </p:childTnLst>
                                </p:cTn>
                              </p:par>
                              <p:par>
                                <p:cTn id="111" presetID="0" presetClass="path" presetSubtype="0" repeatCount="indefinite" fill="hold" nodeType="withEffect">
                                  <p:stCondLst>
                                    <p:cond delay="2590"/>
                                  </p:stCondLst>
                                  <p:childTnLst>
                                    <p:animMotion origin="layout" path="M 0 0 C -0.050 0.2 0.050 0.4 -0.020 0.6 C -0.070 0.8 0.010 1.0 -0.040 1.18 E" pathEditMode="relative" ptsTypes="">
                                      <p:cBhvr>
                                        <p:cTn id="112" dur="12000" fill="hold"/>
                                        <p:tgtEl>
                                          <p:spTgt spid="14"/>
                                        </p:tgtEl>
                                        <p:attrNameLst>
                                          <p:attrName>ppt_x</p:attrName>
                                          <p:attrName>ppt_y</p:attrName>
                                        </p:attrNameLst>
                                      </p:cBhvr>
                                    </p:animMotion>
                                  </p:childTnLst>
                                </p:cTn>
                              </p:par>
                              <p:par>
                                <p:cTn id="113" presetID="8" presetClass="emph" presetSubtype="0" repeatCount="indefinite" fill="hold" nodeType="withEffect">
                                  <p:stCondLst>
                                    <p:cond delay="2590"/>
                                  </p:stCondLst>
                                  <p:childTnLst>
                                    <p:animRot by="-21600000">
                                      <p:cBhvr>
                                        <p:cTn id="114" dur="5400" fill="hold"/>
                                        <p:tgtEl>
                                          <p:spTgt spid="14"/>
                                        </p:tgtEl>
                                        <p:attrNameLst>
                                          <p:attrName>r</p:attrName>
                                        </p:attrNameLst>
                                      </p:cBhvr>
                                    </p:animRot>
                                  </p:childTnLst>
                                </p:cTn>
                              </p:par>
                              <p:par>
                                <p:cTn id="115" presetID="0" presetClass="path" presetSubtype="0" repeatCount="indefinite" fill="hold" nodeType="withEffect">
                                  <p:stCondLst>
                                    <p:cond delay="2740"/>
                                  </p:stCondLst>
                                  <p:childTnLst>
                                    <p:animMotion origin="layout" path="M 0 0 C 0.080 0.2 -0.080 0.4 0.032 0.6 C 0.112 0.8 -0.016 1.0 0.064 1.18 E" pathEditMode="relative" ptsTypes="">
                                      <p:cBhvr>
                                        <p:cTn id="116" dur="12500" fill="hold"/>
                                        <p:tgtEl>
                                          <p:spTgt spid="9"/>
                                        </p:tgtEl>
                                        <p:attrNameLst>
                                          <p:attrName>ppt_x</p:attrName>
                                          <p:attrName>ppt_y</p:attrName>
                                        </p:attrNameLst>
                                      </p:cBhvr>
                                    </p:animMotion>
                                  </p:childTnLst>
                                </p:cTn>
                              </p:par>
                              <p:par>
                                <p:cTn id="117" presetID="8" presetClass="emph" presetSubtype="0" repeatCount="indefinite" fill="hold" nodeType="withEffect">
                                  <p:stCondLst>
                                    <p:cond delay="2740"/>
                                  </p:stCondLst>
                                  <p:childTnLst>
                                    <p:animRot by="21600000">
                                      <p:cBhvr>
                                        <p:cTn id="118" dur="4900" fill="hold"/>
                                        <p:tgtEl>
                                          <p:spTgt spid="9"/>
                                        </p:tgtEl>
                                        <p:attrNameLst>
                                          <p:attrName>r</p:attrName>
                                        </p:attrNameLst>
                                      </p:cBhvr>
                                    </p:animRot>
                                  </p:childTnLst>
                                </p:cTn>
                              </p:par>
                              <p:par>
                                <p:cTn id="119" presetID="0" presetClass="path" presetSubtype="0" repeatCount="indefinite" fill="hold" nodeType="withEffect">
                                  <p:stCondLst>
                                    <p:cond delay="2870"/>
                                  </p:stCondLst>
                                  <p:childTnLst>
                                    <p:animMotion origin="layout" path="M 0 0 C -0.090 0.2 0.090 0.4 -0.036 0.6 C -0.126 0.8 0.018 1.0 -0.072 1.18 E" pathEditMode="relative" ptsTypes="">
                                      <p:cBhvr>
                                        <p:cTn id="120" dur="14000" fill="hold"/>
                                        <p:tgtEl>
                                          <p:spTgt spid="20"/>
                                        </p:tgtEl>
                                        <p:attrNameLst>
                                          <p:attrName>ppt_x</p:attrName>
                                          <p:attrName>ppt_y</p:attrName>
                                        </p:attrNameLst>
                                      </p:cBhvr>
                                    </p:animMotion>
                                  </p:childTnLst>
                                </p:cTn>
                              </p:par>
                              <p:par>
                                <p:cTn id="121" presetID="8" presetClass="emph" presetSubtype="0" repeatCount="indefinite" fill="hold" nodeType="withEffect">
                                  <p:stCondLst>
                                    <p:cond delay="2870"/>
                                  </p:stCondLst>
                                  <p:childTnLst>
                                    <p:animRot by="-21600000">
                                      <p:cBhvr>
                                        <p:cTn id="122" dur="4200" fill="hold"/>
                                        <p:tgtEl>
                                          <p:spTgt spid="20"/>
                                        </p:tgtEl>
                                        <p:attrNameLst>
                                          <p:attrName>r</p:attrName>
                                        </p:attrNameLst>
                                      </p:cBhvr>
                                    </p:animRot>
                                  </p:childTnLst>
                                </p:cTn>
                              </p:par>
                              <p:par>
                                <p:cTn id="123" presetID="0" presetClass="path" presetSubtype="0" repeatCount="indefinite" fill="hold" nodeType="withEffect">
                                  <p:stCondLst>
                                    <p:cond delay="3960"/>
                                  </p:stCondLst>
                                  <p:childTnLst>
                                    <p:animMotion origin="layout" path="M 0 0 C 0.070 0.2 -0.070 0.4 0.028 0.6 C 0.098 0.8 -0.014 1.0 0.056 1.18 E" pathEditMode="relative" ptsTypes="">
                                      <p:cBhvr>
                                        <p:cTn id="124" dur="9800" fill="hold"/>
                                        <p:tgtEl>
                                          <p:spTgt spid="15"/>
                                        </p:tgtEl>
                                        <p:attrNameLst>
                                          <p:attrName>ppt_x</p:attrName>
                                          <p:attrName>ppt_y</p:attrName>
                                        </p:attrNameLst>
                                      </p:cBhvr>
                                    </p:animMotion>
                                  </p:childTnLst>
                                </p:cTn>
                              </p:par>
                              <p:par>
                                <p:cTn id="125" presetID="8" presetClass="emph" presetSubtype="0" repeatCount="indefinite" fill="hold" nodeType="withEffect">
                                  <p:stCondLst>
                                    <p:cond delay="3960"/>
                                  </p:stCondLst>
                                  <p:childTnLst>
                                    <p:animRot by="21600000">
                                      <p:cBhvr>
                                        <p:cTn id="126" dur="6100" fill="hold"/>
                                        <p:tgtEl>
                                          <p:spTgt spid="15"/>
                                        </p:tgtEl>
                                        <p:attrNameLst>
                                          <p:attrName>r</p:attrName>
                                        </p:attrNameLst>
                                      </p:cBhvr>
                                    </p:animRot>
                                  </p:childTnLst>
                                </p:cTn>
                              </p:par>
                              <p:par>
                                <p:cTn id="127" presetID="0" presetClass="path" presetSubtype="0" repeatCount="indefinite" fill="hold" nodeType="withEffect">
                                  <p:stCondLst>
                                    <p:cond delay="4110"/>
                                  </p:stCondLst>
                                  <p:childTnLst>
                                    <p:animMotion origin="layout" path="M 0 0 C -0.060 0.2 0.060 0.4 -0.024 0.6 C -0.084 0.8 0.012 1.0 -0.048 1.18 E" pathEditMode="relative" ptsTypes="">
                                      <p:cBhvr>
                                        <p:cTn id="128" dur="10000" fill="hold"/>
                                        <p:tgtEl>
                                          <p:spTgt spid="10"/>
                                        </p:tgtEl>
                                        <p:attrNameLst>
                                          <p:attrName>ppt_x</p:attrName>
                                          <p:attrName>ppt_y</p:attrName>
                                        </p:attrNameLst>
                                      </p:cBhvr>
                                    </p:animMotion>
                                  </p:childTnLst>
                                </p:cTn>
                              </p:par>
                              <p:par>
                                <p:cTn id="129" presetID="8" presetClass="emph" presetSubtype="0" repeatCount="indefinite" fill="hold" nodeType="withEffect">
                                  <p:stCondLst>
                                    <p:cond delay="4110"/>
                                  </p:stCondLst>
                                  <p:childTnLst>
                                    <p:animRot by="-21600000">
                                      <p:cBhvr>
                                        <p:cTn id="130" dur="5600" fill="hold"/>
                                        <p:tgtEl>
                                          <p:spTgt spid="10"/>
                                        </p:tgtEl>
                                        <p:attrNameLst>
                                          <p:attrName>r</p:attrName>
                                        </p:attrNameLst>
                                      </p:cBhvr>
                                    </p:animRot>
                                  </p:childTnLst>
                                </p:cTn>
                              </p:par>
                              <p:par>
                                <p:cTn id="131" presetID="0" presetClass="path" presetSubtype="0" repeatCount="indefinite" fill="hold" nodeType="withEffect">
                                  <p:stCondLst>
                                    <p:cond delay="4240"/>
                                  </p:stCondLst>
                                  <p:childTnLst>
                                    <p:animMotion origin="layout" path="M 0 0 C -0.120 0.2 0.120 0.4 -0.048 0.6 C -0.168 0.8 0.024 1.0 -0.096 1.18 E" pathEditMode="relative" ptsTypes="">
                                      <p:cBhvr>
                                        <p:cTn id="132" dur="12500" fill="hold"/>
                                        <p:tgtEl>
                                          <p:spTgt spid="21"/>
                                        </p:tgtEl>
                                        <p:attrNameLst>
                                          <p:attrName>ppt_x</p:attrName>
                                          <p:attrName>ppt_y</p:attrName>
                                        </p:attrNameLst>
                                      </p:cBhvr>
                                    </p:animMotion>
                                  </p:childTnLst>
                                </p:cTn>
                              </p:par>
                              <p:par>
                                <p:cTn id="133" presetID="8" presetClass="emph" presetSubtype="0" repeatCount="indefinite" fill="hold" nodeType="withEffect">
                                  <p:stCondLst>
                                    <p:cond delay="4240"/>
                                  </p:stCondLst>
                                  <p:childTnLst>
                                    <p:animRot by="21600000">
                                      <p:cBhvr>
                                        <p:cTn id="134" dur="4900" fill="hold"/>
                                        <p:tgtEl>
                                          <p:spTgt spid="21"/>
                                        </p:tgtEl>
                                        <p:attrNameLst>
                                          <p:attrName>r</p:attrName>
                                        </p:attrNameLst>
                                      </p:cBhvr>
                                    </p:animRot>
                                  </p:childTnLst>
                                </p:cTn>
                              </p:par>
                              <p:par>
                                <p:cTn id="135" presetID="0" presetClass="path" presetSubtype="0" repeatCount="indefinite" fill="hold" nodeType="withEffect">
                                  <p:stCondLst>
                                    <p:cond delay="5330"/>
                                  </p:stCondLst>
                                  <p:childTnLst>
                                    <p:animMotion origin="layout" path="M 0 0 C -0.080 0.2 0.080 0.4 -0.032 0.6 C -0.112 0.8 0.016 1.0 -0.064 1.18 E" pathEditMode="relative" ptsTypes="">
                                      <p:cBhvr>
                                        <p:cTn id="136" dur="11200" fill="hold"/>
                                        <p:tgtEl>
                                          <p:spTgt spid="16"/>
                                        </p:tgtEl>
                                        <p:attrNameLst>
                                          <p:attrName>ppt_x</p:attrName>
                                          <p:attrName>ppt_y</p:attrName>
                                        </p:attrNameLst>
                                      </p:cBhvr>
                                    </p:animMotion>
                                  </p:childTnLst>
                                </p:cTn>
                              </p:par>
                              <p:par>
                                <p:cTn id="137" presetID="8" presetClass="emph" presetSubtype="0" repeatCount="indefinite" fill="hold" nodeType="withEffect">
                                  <p:stCondLst>
                                    <p:cond delay="5330"/>
                                  </p:stCondLst>
                                  <p:childTnLst>
                                    <p:animRot by="-21600000">
                                      <p:cBhvr>
                                        <p:cTn id="138" dur="3800" fill="hold"/>
                                        <p:tgtEl>
                                          <p:spTgt spid="16"/>
                                        </p:tgtEl>
                                        <p:attrNameLst>
                                          <p:attrName>r</p:attrName>
                                        </p:attrNameLst>
                                      </p:cBhvr>
                                    </p:animRot>
                                  </p:childTnLst>
                                </p:cTn>
                              </p:par>
                              <p:par>
                                <p:cTn id="139" presetID="0" presetClass="path" presetSubtype="0" repeatCount="indefinite" fill="hold" nodeType="withEffect">
                                  <p:stCondLst>
                                    <p:cond delay="5480"/>
                                  </p:stCondLst>
                                  <p:childTnLst>
                                    <p:animMotion origin="layout" path="M 0 0 C 0.050 0.2 -0.050 0.4 0.020 0.6 C 0.070 0.8 -0.010 1.0 0.040 1.18 E" pathEditMode="relative" ptsTypes="">
                                      <p:cBhvr>
                                        <p:cTn id="140" dur="9000" fill="hold"/>
                                        <p:tgtEl>
                                          <p:spTgt spid="11"/>
                                        </p:tgtEl>
                                        <p:attrNameLst>
                                          <p:attrName>ppt_x</p:attrName>
                                          <p:attrName>ppt_y</p:attrName>
                                        </p:attrNameLst>
                                      </p:cBhvr>
                                    </p:animMotion>
                                  </p:childTnLst>
                                </p:cTn>
                              </p:par>
                              <p:par>
                                <p:cTn id="141" presetID="8" presetClass="emph" presetSubtype="0" repeatCount="indefinite" fill="hold" nodeType="withEffect">
                                  <p:stCondLst>
                                    <p:cond delay="5480"/>
                                  </p:stCondLst>
                                  <p:childTnLst>
                                    <p:animRot by="21600000">
                                      <p:cBhvr>
                                        <p:cTn id="142" dur="6300" fill="hold"/>
                                        <p:tgtEl>
                                          <p:spTgt spid="11"/>
                                        </p:tgtEl>
                                        <p:attrNameLst>
                                          <p:attrName>r</p:attrName>
                                        </p:attrNameLst>
                                      </p:cBhvr>
                                    </p:animRot>
                                  </p:childTnLst>
                                </p:cTn>
                              </p:par>
                              <p:par>
                                <p:cTn id="143" presetID="0" presetClass="path" presetSubtype="0" repeatCount="indefinite" fill="hold" nodeType="withEffect">
                                  <p:stCondLst>
                                    <p:cond delay="6700"/>
                                  </p:stCondLst>
                                  <p:childTnLst>
                                    <p:animMotion origin="layout" path="M 0 0 C -0.040 0.2 0.040 0.4 -0.016 0.6 C -0.056 0.8 0.008 1.0 -0.032 1.18 E" pathEditMode="relative" ptsTypes="">
                                      <p:cBhvr>
                                        <p:cTn id="144" dur="10200" fill="hold"/>
                                        <p:tgtEl>
                                          <p:spTgt spid="17"/>
                                        </p:tgtEl>
                                        <p:attrNameLst>
                                          <p:attrName>ppt_x</p:attrName>
                                          <p:attrName>ppt_y</p:attrName>
                                        </p:attrNameLst>
                                      </p:cBhvr>
                                    </p:animMotion>
                                  </p:childTnLst>
                                </p:cTn>
                              </p:par>
                              <p:par>
                                <p:cTn id="145" presetID="8" presetClass="emph" presetSubtype="0" repeatCount="indefinite" fill="hold" nodeType="withEffect">
                                  <p:stCondLst>
                                    <p:cond delay="6700"/>
                                  </p:stCondLst>
                                  <p:childTnLst>
                                    <p:animRot by="21600000">
                                      <p:cBhvr>
                                        <p:cTn id="146" dur="4500" fill="hold"/>
                                        <p:tgtEl>
                                          <p:spTgt spid="17"/>
                                        </p:tgtEl>
                                        <p:attrNameLst>
                                          <p:attrName>r</p:attrName>
                                        </p:attrNameLst>
                                      </p:cBhvr>
                                    </p:animRot>
                                  </p:childTnLst>
                                </p:cTn>
                              </p:par>
                              <p:par>
                                <p:cTn id="147" presetID="0" presetClass="path" presetSubtype="0" repeatCount="indefinite" fill="hold" nodeType="withEffect">
                                  <p:stCondLst>
                                    <p:cond delay="6850"/>
                                  </p:stCondLst>
                                  <p:childTnLst>
                                    <p:animMotion origin="layout" path="M 0 0 C -0.070 0.2 0.070 0.4 -0.028 0.6 C -0.098 0.8 0.014 1.0 -0.056 1.18 E" pathEditMode="relative" ptsTypes="">
                                      <p:cBhvr>
                                        <p:cTn id="148" dur="11500" fill="hold"/>
                                        <p:tgtEl>
                                          <p:spTgt spid="12"/>
                                        </p:tgtEl>
                                        <p:attrNameLst>
                                          <p:attrName>ppt_x</p:attrName>
                                          <p:attrName>ppt_y</p:attrName>
                                        </p:attrNameLst>
                                      </p:cBhvr>
                                    </p:animMotion>
                                  </p:childTnLst>
                                </p:cTn>
                              </p:par>
                              <p:par>
                                <p:cTn id="149" presetID="8" presetClass="emph" presetSubtype="0" repeatCount="indefinite" fill="hold" nodeType="withEffect">
                                  <p:stCondLst>
                                    <p:cond delay="6850"/>
                                  </p:stCondLst>
                                  <p:childTnLst>
                                    <p:animRot by="-21600000">
                                      <p:cBhvr>
                                        <p:cTn id="150" dur="4000" fill="hold"/>
                                        <p:tgtEl>
                                          <p:spTgt spid="1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5" grpId="0" animBg="1"/>
      <p:bldP spid="26" grpId="0" animBg="1"/>
      <p:bldP spid="27" grpId="0" animBg="1"/>
      <p:bldP spid="28" grpId="0" animBg="1"/>
      <p:bldP spid="30" grpId="0" animBg="1"/>
      <p:bldP spid="31" grpId="0" animBg="1"/>
      <p:bldP spid="32" grpId="0" animBg="1"/>
      <p:bldP spid="33" grpId="0" animBg="1"/>
      <p:bldP spid="35" grpId="0" animBg="1"/>
      <p:bldP spid="36" grpId="0" animBg="1"/>
      <p:bldP spid="3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hongdao" descr="Hoa trang trí">    </p:cNvPr>
          <p:cNvPicPr>
            <a:picLocks noChangeAspect="1"/>
          </p:cNvPicPr>
          <p:nvPr/>
        </p:nvPicPr>
        <p:blipFill>
          <a:blip r:embed="rId1"/>
          <a:stretch>
            <a:fillRect/>
          </a:stretch>
        </p:blipFill>
        <p:spPr>
          <a:xfrm>
            <a:off x="-868680" y="4846320"/>
            <a:ext cx="2194560" cy="2194560"/>
          </a:xfrm>
          <a:prstGeom prst="rect">
            <a:avLst/>
          </a:prstGeom>
        </p:spPr>
      </p:pic>
      <p:pic>
        <p:nvPicPr>
          <p:cNvPr id="3" name="!!hong" descr="Hoa trang trí">    </p:cNvPr>
          <p:cNvPicPr>
            <a:picLocks noChangeAspect="1"/>
          </p:cNvPicPr>
          <p:nvPr/>
        </p:nvPicPr>
        <p:blipFill>
          <a:blip r:embed="rId2"/>
          <a:stretch>
            <a:fillRect/>
          </a:stretch>
        </p:blipFill>
        <p:spPr>
          <a:xfrm>
            <a:off x="9875520" y="-1463040"/>
            <a:ext cx="3200400" cy="3200400"/>
          </a:xfrm>
          <a:prstGeom prst="rect">
            <a:avLst/>
          </a:prstGeom>
        </p:spPr>
      </p:pic>
      <p:pic>
        <p:nvPicPr>
          <p:cNvPr id="4" name="!!sen" descr="Hoa trang trí">    </p:cNvPr>
          <p:cNvPicPr>
            <a:picLocks noChangeAspect="1"/>
          </p:cNvPicPr>
          <p:nvPr/>
        </p:nvPicPr>
        <p:blipFill>
          <a:blip r:embed="rId3"/>
          <a:stretch>
            <a:fillRect/>
          </a:stretch>
        </p:blipFill>
        <p:spPr>
          <a:xfrm rot="-90000">
            <a:off x="9464040" y="3931920"/>
            <a:ext cx="3108960" cy="3108960"/>
          </a:xfrm>
          <a:prstGeom prst="rect">
            <a:avLst/>
          </a:prstGeom>
        </p:spPr>
      </p:pic>
      <p:sp>
        <p:nvSpPr>
          <p:cNvPr id="5" name="Text 1"/>
          <p:cNvSpPr/>
          <p:nvPr>
            <p:ph idx="102" type="title" hasCustomPrompt="1"/>
          </p:nvPr>
        </p:nvSpPr>
        <p:spPr>
          <a:xfrm>
            <a:off x="731520" y="1097280"/>
            <a:ext cx="10698480" cy="777240"/>
          </a:xfrm>
          <a:prstGeom prst="rect">
            <a:avLst/>
          </a:prstGeom>
          <a:noFill/>
          <a:ln/>
        </p:spPr>
        <p:txBody>
          <a:bodyPr wrap="square" lIns="0" tIns="0" rIns="0" bIns="0" rtlCol="0" anchor="ctr"/>
          <a:lstStyle/>
          <a:p>
            <a:pPr algn="l" indent="0" marL="0">
              <a:buNone/>
            </a:pPr>
            <a:r>
              <a:rPr lang="en-US" sz="4000" b="1" dirty="0">
                <a:solidFill>
                  <a:schemeClr val="tx2"/>
                </a:solidFill>
              </a:rPr>
              <a:t>Khoảnh khắc đáng nhớ</a:t>
            </a:r>
            <a:endParaRPr lang="en-US" sz="4000" dirty="0"/>
          </a:p>
        </p:txBody>
      </p:sp>
      <p:sp>
        <p:nvSpPr>
          <p:cNvPr id="6" name="Text 1"/>
          <p:cNvSpPr/>
          <p:nvPr>
            <p:ph idx="103" type="body" hasCustomPrompt="1"/>
          </p:nvPr>
        </p:nvSpPr>
        <p:spPr>
          <a:xfrm>
            <a:off x="731520" y="1874520"/>
            <a:ext cx="10698480" cy="411480"/>
          </a:xfrm>
          <a:prstGeom prst="rect">
            <a:avLst/>
          </a:prstGeom>
          <a:noFill/>
          <a:ln/>
        </p:spPr>
        <p:txBody>
          <a:bodyPr wrap="square" lIns="0" tIns="0" rIns="0" bIns="0" rtlCol="0" anchor="t"/>
          <a:lstStyle/>
          <a:p>
            <a:pPr algn="l" indent="0" marL="0">
              <a:buNone/>
            </a:pPr>
            <a:r>
              <a:rPr lang="en-US" sz="1800" i="1" dirty="0">
                <a:solidFill>
                  <a:schemeClr val="accent2"/>
                </a:solidFill>
              </a:rPr>
              <a:t>Hình ảnh hoạt động của chị em HAWASUCO</a:t>
            </a:r>
            <a:endParaRPr lang="en-US" sz="1800" dirty="0"/>
          </a:p>
        </p:txBody>
      </p:sp>
      <p:pic>
        <p:nvPicPr>
          <p:cNvPr id="7" name="Cánh hoa rơi 1" descr="Cánh hoa rơi">    </p:cNvPr>
          <p:cNvPicPr>
            <a:picLocks noChangeAspect="1"/>
          </p:cNvPicPr>
          <p:nvPr/>
        </p:nvPicPr>
        <p:blipFill>
          <a:blip r:embed="rId4"/>
          <a:stretch>
            <a:fillRect/>
          </a:stretch>
        </p:blipFill>
        <p:spPr>
          <a:xfrm>
            <a:off x="548640" y="-822960"/>
            <a:ext cx="384048" cy="384048"/>
          </a:xfrm>
          <a:prstGeom prst="rect">
            <a:avLst/>
          </a:prstGeom>
        </p:spPr>
      </p:pic>
      <p:pic>
        <p:nvPicPr>
          <p:cNvPr id="8" name="Cánh hoa rơi 2" descr="Cánh hoa rơi">    </p:cNvPr>
          <p:cNvPicPr>
            <a:picLocks noChangeAspect="1"/>
          </p:cNvPicPr>
          <p:nvPr/>
        </p:nvPicPr>
        <p:blipFill>
          <a:blip r:embed="rId5"/>
          <a:stretch>
            <a:fillRect/>
          </a:stretch>
        </p:blipFill>
        <p:spPr>
          <a:xfrm>
            <a:off x="1737360" y="-822960"/>
            <a:ext cx="310896" cy="310896"/>
          </a:xfrm>
          <a:prstGeom prst="rect">
            <a:avLst/>
          </a:prstGeom>
        </p:spPr>
      </p:pic>
      <p:pic>
        <p:nvPicPr>
          <p:cNvPr id="9" name="Cánh hoa rơi 3" descr="Cánh hoa rơi">    </p:cNvPr>
          <p:cNvPicPr>
            <a:picLocks noChangeAspect="1"/>
          </p:cNvPicPr>
          <p:nvPr/>
        </p:nvPicPr>
        <p:blipFill>
          <a:blip r:embed="rId6"/>
          <a:stretch>
            <a:fillRect/>
          </a:stretch>
        </p:blipFill>
        <p:spPr>
          <a:xfrm>
            <a:off x="2834640" y="-822960"/>
            <a:ext cx="420624" cy="420624"/>
          </a:xfrm>
          <a:prstGeom prst="rect">
            <a:avLst/>
          </a:prstGeom>
        </p:spPr>
      </p:pic>
      <p:pic>
        <p:nvPicPr>
          <p:cNvPr id="10" name="Cánh hoa rơi 4" descr="Cánh hoa rơi">    </p:cNvPr>
          <p:cNvPicPr>
            <a:picLocks noChangeAspect="1"/>
          </p:cNvPicPr>
          <p:nvPr/>
        </p:nvPicPr>
        <p:blipFill>
          <a:blip r:embed="rId7"/>
          <a:stretch>
            <a:fillRect/>
          </a:stretch>
        </p:blipFill>
        <p:spPr>
          <a:xfrm>
            <a:off x="3931920" y="-822960"/>
            <a:ext cx="329184" cy="329184"/>
          </a:xfrm>
          <a:prstGeom prst="rect">
            <a:avLst/>
          </a:prstGeom>
        </p:spPr>
      </p:pic>
      <p:pic>
        <p:nvPicPr>
          <p:cNvPr id="11" name="Cánh hoa rơi 5" descr="Cánh hoa rơi">    </p:cNvPr>
          <p:cNvPicPr>
            <a:picLocks noChangeAspect="1"/>
          </p:cNvPicPr>
          <p:nvPr/>
        </p:nvPicPr>
        <p:blipFill>
          <a:blip r:embed="rId8"/>
          <a:stretch>
            <a:fillRect/>
          </a:stretch>
        </p:blipFill>
        <p:spPr>
          <a:xfrm>
            <a:off x="5120640" y="-822960"/>
            <a:ext cx="274320" cy="274320"/>
          </a:xfrm>
          <a:prstGeom prst="rect">
            <a:avLst/>
          </a:prstGeom>
        </p:spPr>
      </p:pic>
      <p:pic>
        <p:nvPicPr>
          <p:cNvPr id="12" name="Cánh hoa rơi 6" descr="Cánh hoa rơi">    </p:cNvPr>
          <p:cNvPicPr>
            <a:picLocks noChangeAspect="1"/>
          </p:cNvPicPr>
          <p:nvPr/>
        </p:nvPicPr>
        <p:blipFill>
          <a:blip r:embed="rId9"/>
          <a:stretch>
            <a:fillRect/>
          </a:stretch>
        </p:blipFill>
        <p:spPr>
          <a:xfrm>
            <a:off x="6217920" y="-822960"/>
            <a:ext cx="402336" cy="402336"/>
          </a:xfrm>
          <a:prstGeom prst="rect">
            <a:avLst/>
          </a:prstGeom>
        </p:spPr>
      </p:pic>
      <p:pic>
        <p:nvPicPr>
          <p:cNvPr id="13" name="Cánh hoa rơi 7" descr="Cánh hoa rơi">    </p:cNvPr>
          <p:cNvPicPr>
            <a:picLocks noChangeAspect="1"/>
          </p:cNvPicPr>
          <p:nvPr/>
        </p:nvPicPr>
        <p:blipFill>
          <a:blip r:embed="rId10"/>
          <a:stretch>
            <a:fillRect/>
          </a:stretch>
        </p:blipFill>
        <p:spPr>
          <a:xfrm>
            <a:off x="7315200" y="-822960"/>
            <a:ext cx="310896" cy="310896"/>
          </a:xfrm>
          <a:prstGeom prst="rect">
            <a:avLst/>
          </a:prstGeom>
        </p:spPr>
      </p:pic>
      <p:pic>
        <p:nvPicPr>
          <p:cNvPr id="14" name="Cánh hoa rơi 8" descr="Cánh hoa rơi">    </p:cNvPr>
          <p:cNvPicPr>
            <a:picLocks noChangeAspect="1"/>
          </p:cNvPicPr>
          <p:nvPr/>
        </p:nvPicPr>
        <p:blipFill>
          <a:blip r:embed="rId11"/>
          <a:stretch>
            <a:fillRect/>
          </a:stretch>
        </p:blipFill>
        <p:spPr>
          <a:xfrm>
            <a:off x="8321040" y="-822960"/>
            <a:ext cx="365760" cy="365760"/>
          </a:xfrm>
          <a:prstGeom prst="rect">
            <a:avLst/>
          </a:prstGeom>
        </p:spPr>
      </p:pic>
      <p:pic>
        <p:nvPicPr>
          <p:cNvPr id="15" name="Cánh hoa rơi 9" descr="Cánh hoa rơi">    </p:cNvPr>
          <p:cNvPicPr>
            <a:picLocks noChangeAspect="1"/>
          </p:cNvPicPr>
          <p:nvPr/>
        </p:nvPicPr>
        <p:blipFill>
          <a:blip r:embed="rId12"/>
          <a:stretch>
            <a:fillRect/>
          </a:stretch>
        </p:blipFill>
        <p:spPr>
          <a:xfrm>
            <a:off x="9418320" y="-822960"/>
            <a:ext cx="329184" cy="329184"/>
          </a:xfrm>
          <a:prstGeom prst="rect">
            <a:avLst/>
          </a:prstGeom>
        </p:spPr>
      </p:pic>
      <p:pic>
        <p:nvPicPr>
          <p:cNvPr id="16" name="Cánh hoa rơi 10" descr="Cánh hoa rơi">    </p:cNvPr>
          <p:cNvPicPr>
            <a:picLocks noChangeAspect="1"/>
          </p:cNvPicPr>
          <p:nvPr/>
        </p:nvPicPr>
        <p:blipFill>
          <a:blip r:embed="rId13"/>
          <a:stretch>
            <a:fillRect/>
          </a:stretch>
        </p:blipFill>
        <p:spPr>
          <a:xfrm>
            <a:off x="10424160" y="-822960"/>
            <a:ext cx="384048" cy="384048"/>
          </a:xfrm>
          <a:prstGeom prst="rect">
            <a:avLst/>
          </a:prstGeom>
        </p:spPr>
      </p:pic>
      <p:pic>
        <p:nvPicPr>
          <p:cNvPr id="17" name="Cánh hoa rơi 11" descr="Cánh hoa rơi">    </p:cNvPr>
          <p:cNvPicPr>
            <a:picLocks noChangeAspect="1"/>
          </p:cNvPicPr>
          <p:nvPr/>
        </p:nvPicPr>
        <p:blipFill>
          <a:blip r:embed="rId14"/>
          <a:stretch>
            <a:fillRect/>
          </a:stretch>
        </p:blipFill>
        <p:spPr>
          <a:xfrm>
            <a:off x="11430000" y="-822960"/>
            <a:ext cx="292608" cy="292608"/>
          </a:xfrm>
          <a:prstGeom prst="rect">
            <a:avLst/>
          </a:prstGeom>
        </p:spPr>
      </p:pic>
      <p:pic>
        <p:nvPicPr>
          <p:cNvPr id="18" name="Cánh hoa rơi 12" descr="Cánh hoa rơi">    </p:cNvPr>
          <p:cNvPicPr>
            <a:picLocks noChangeAspect="1"/>
          </p:cNvPicPr>
          <p:nvPr/>
        </p:nvPicPr>
        <p:blipFill>
          <a:blip r:embed="rId15"/>
          <a:stretch>
            <a:fillRect/>
          </a:stretch>
        </p:blipFill>
        <p:spPr>
          <a:xfrm>
            <a:off x="6766560" y="-822960"/>
            <a:ext cx="274320" cy="274320"/>
          </a:xfrm>
          <a:prstGeom prst="rect">
            <a:avLst/>
          </a:prstGeom>
        </p:spPr>
      </p:pic>
      <p:pic>
        <p:nvPicPr>
          <p:cNvPr id="19" name="Lá rơi 1" descr="Cánh hoa rơi">    </p:cNvPr>
          <p:cNvPicPr>
            <a:picLocks noChangeAspect="1"/>
          </p:cNvPicPr>
          <p:nvPr/>
        </p:nvPicPr>
        <p:blipFill>
          <a:blip r:embed="rId16"/>
          <a:stretch>
            <a:fillRect/>
          </a:stretch>
        </p:blipFill>
        <p:spPr>
          <a:xfrm>
            <a:off x="2286000" y="-822960"/>
            <a:ext cx="502920" cy="502920"/>
          </a:xfrm>
          <a:prstGeom prst="rect">
            <a:avLst/>
          </a:prstGeom>
        </p:spPr>
      </p:pic>
      <p:pic>
        <p:nvPicPr>
          <p:cNvPr id="20" name="Lá rơi 2" descr="Cánh hoa rơi">    </p:cNvPr>
          <p:cNvPicPr>
            <a:picLocks noChangeAspect="1"/>
          </p:cNvPicPr>
          <p:nvPr/>
        </p:nvPicPr>
        <p:blipFill>
          <a:blip r:embed="rId17"/>
          <a:stretch>
            <a:fillRect/>
          </a:stretch>
        </p:blipFill>
        <p:spPr>
          <a:xfrm>
            <a:off x="8046720" y="-822960"/>
            <a:ext cx="457200" cy="457200"/>
          </a:xfrm>
          <a:prstGeom prst="rect">
            <a:avLst/>
          </a:prstGeom>
        </p:spPr>
      </p:pic>
      <p:pic>
        <p:nvPicPr>
          <p:cNvPr id="21" name="Lá rơi 3" descr="Cánh hoa rơi">    </p:cNvPr>
          <p:cNvPicPr>
            <a:picLocks noChangeAspect="1"/>
          </p:cNvPicPr>
          <p:nvPr/>
        </p:nvPicPr>
        <p:blipFill>
          <a:blip r:embed="rId18"/>
          <a:stretch>
            <a:fillRect/>
          </a:stretch>
        </p:blipFill>
        <p:spPr>
          <a:xfrm>
            <a:off x="10972800" y="-822960"/>
            <a:ext cx="438912" cy="438912"/>
          </a:xfrm>
          <a:prstGeom prst="rect">
            <a:avLst/>
          </a:prstGeom>
        </p:spPr>
      </p:pic>
      <p:sp>
        <p:nvSpPr>
          <p:cNvPr id="22" name="Khung ảnh 1"/>
          <p:cNvSpPr/>
          <p:nvPr/>
        </p:nvSpPr>
        <p:spPr>
          <a:xfrm rot="-240000">
            <a:off x="860908" y="2606040"/>
            <a:ext cx="3154680" cy="3246120"/>
          </a:xfrm>
          <a:prstGeom prst="rect">
            <a:avLst/>
          </a:prstGeom>
          <a:solidFill>
            <a:schemeClr val="bg1"/>
          </a:solidFill>
          <a:ln w="9525">
            <a:solidFill>
              <a:schemeClr val="accent6"/>
            </a:solidFill>
            <a:prstDash val="solid"/>
          </a:ln>
          <a:effectLst>
            <a:outerShdw sx="100000" sy="100000" kx="0" ky="0" algn="bl" rotWithShape="0" blurRad="203200" dist="50800" dir="5400000">
              <a:srgbClr val="B0436B">
                <a:alpha val="18000"/>
              </a:srgbClr>
            </a:outerShdw>
          </a:effectLst>
        </p:spPr>
      </p:sp>
      <p:pic>
        <p:nvPicPr>
          <p:cNvPr id="23" name="Ảnh 1" descr="Ảnh minh họa – thay bằng ảnh thật">    </p:cNvPr>
          <p:cNvPicPr>
            <a:picLocks noChangeAspect="1"/>
          </p:cNvPicPr>
          <p:nvPr/>
        </p:nvPicPr>
        <p:blipFill>
          <a:blip r:embed="rId19"/>
          <a:stretch>
            <a:fillRect/>
          </a:stretch>
        </p:blipFill>
        <p:spPr>
          <a:xfrm rot="-240000">
            <a:off x="973520" y="2744057"/>
            <a:ext cx="2880360" cy="2268000"/>
          </a:xfrm>
          <a:prstGeom prst="rect">
            <a:avLst/>
          </a:prstGeom>
        </p:spPr>
      </p:pic>
      <p:sp>
        <p:nvSpPr>
          <p:cNvPr id="24" name="Chú thích 1"/>
          <p:cNvSpPr txBox="1"/>
          <p:nvPr/>
        </p:nvSpPr>
        <p:spPr>
          <a:xfrm rot="-240000">
            <a:off x="1081328" y="5099732"/>
            <a:ext cx="2880360" cy="640080"/>
          </a:xfrm>
          <a:prstGeom prst="rect">
            <a:avLst/>
          </a:prstGeom>
          <a:noFill/>
          <a:ln/>
        </p:spPr>
        <p:txBody>
          <a:bodyPr wrap="square" lIns="0" tIns="0" rIns="0" bIns="0" rtlCol="0" anchor="ctr"/>
          <a:lstStyle/>
          <a:p>
            <a:pPr algn="ctr" indent="0" marL="0">
              <a:buNone/>
            </a:pPr>
            <a:r>
              <a:rPr lang="en-US" sz="1700" i="1" dirty="0">
                <a:solidFill>
                  <a:schemeClr val="tx2"/>
                </a:solidFill>
                <a:latin typeface="Cambria" pitchFamily="34" charset="0"/>
                <a:ea typeface="Cambria" pitchFamily="34" charset="-122"/>
                <a:cs typeface="Cambria" pitchFamily="34" charset="-120"/>
              </a:rPr>
              <a:t>Nữ cán bộ, nhân viên Công ty</a:t>
            </a:r>
            <a:endParaRPr lang="en-US" sz="1700" dirty="0"/>
          </a:p>
        </p:txBody>
      </p:sp>
      <p:sp>
        <p:nvSpPr>
          <p:cNvPr id="25" name="Khung ảnh 2"/>
          <p:cNvSpPr/>
          <p:nvPr/>
        </p:nvSpPr>
        <p:spPr>
          <a:xfrm rot="150000">
            <a:off x="4518508" y="2606040"/>
            <a:ext cx="3154680" cy="3246120"/>
          </a:xfrm>
          <a:prstGeom prst="rect">
            <a:avLst/>
          </a:prstGeom>
          <a:solidFill>
            <a:schemeClr val="bg1"/>
          </a:solidFill>
          <a:ln w="9525">
            <a:solidFill>
              <a:schemeClr val="accent6"/>
            </a:solidFill>
            <a:prstDash val="solid"/>
          </a:ln>
          <a:effectLst>
            <a:outerShdw sx="100000" sy="100000" kx="0" ky="0" algn="bl" rotWithShape="0" blurRad="203200" dist="50800" dir="5400000">
              <a:srgbClr val="B0436B">
                <a:alpha val="18000"/>
              </a:srgbClr>
            </a:outerShdw>
          </a:effectLst>
        </p:spPr>
      </p:sp>
      <p:pic>
        <p:nvPicPr>
          <p:cNvPr id="26" name="Ảnh 2" descr="Ảnh minh họa – thay bằng ảnh thật">    </p:cNvPr>
          <p:cNvPicPr>
            <a:picLocks noChangeAspect="1"/>
          </p:cNvPicPr>
          <p:nvPr/>
        </p:nvPicPr>
        <p:blipFill>
          <a:blip r:embed="rId20"/>
          <a:stretch>
            <a:fillRect/>
          </a:stretch>
        </p:blipFill>
        <p:spPr>
          <a:xfrm rot="150000">
            <a:off x="4671017" y="2743535"/>
            <a:ext cx="2880360" cy="2268000"/>
          </a:xfrm>
          <a:prstGeom prst="rect">
            <a:avLst/>
          </a:prstGeom>
        </p:spPr>
      </p:pic>
      <p:sp>
        <p:nvSpPr>
          <p:cNvPr id="27" name="Chú thích 2"/>
          <p:cNvSpPr txBox="1"/>
          <p:nvPr/>
        </p:nvSpPr>
        <p:spPr>
          <a:xfrm rot="150000">
            <a:off x="4603604" y="5101504"/>
            <a:ext cx="2880360" cy="640080"/>
          </a:xfrm>
          <a:prstGeom prst="rect">
            <a:avLst/>
          </a:prstGeom>
          <a:noFill/>
          <a:ln/>
        </p:spPr>
        <p:txBody>
          <a:bodyPr wrap="square" lIns="0" tIns="0" rIns="0" bIns="0" rtlCol="0" anchor="ctr"/>
          <a:lstStyle/>
          <a:p>
            <a:pPr algn="ctr" indent="0" marL="0">
              <a:buNone/>
            </a:pPr>
            <a:r>
              <a:rPr lang="en-US" sz="1700" i="1" dirty="0">
                <a:solidFill>
                  <a:schemeClr val="tx2"/>
                </a:solidFill>
                <a:latin typeface="Cambria" pitchFamily="34" charset="0"/>
                <a:ea typeface="Cambria" pitchFamily="34" charset="-122"/>
                <a:cs typeface="Cambria" pitchFamily="34" charset="-120"/>
              </a:rPr>
              <a:t>Hội thao – văn nghệ chào mừng</a:t>
            </a:r>
            <a:endParaRPr lang="en-US" sz="1700" dirty="0"/>
          </a:p>
        </p:txBody>
      </p:sp>
      <p:sp>
        <p:nvSpPr>
          <p:cNvPr id="28" name="Khung ảnh 3"/>
          <p:cNvSpPr/>
          <p:nvPr/>
        </p:nvSpPr>
        <p:spPr>
          <a:xfrm rot="-120000">
            <a:off x="8176108" y="2606040"/>
            <a:ext cx="3154680" cy="3246120"/>
          </a:xfrm>
          <a:prstGeom prst="rect">
            <a:avLst/>
          </a:prstGeom>
          <a:solidFill>
            <a:schemeClr val="bg1"/>
          </a:solidFill>
          <a:ln w="9525">
            <a:solidFill>
              <a:schemeClr val="accent6"/>
            </a:solidFill>
            <a:prstDash val="solid"/>
          </a:ln>
          <a:effectLst>
            <a:outerShdw sx="100000" sy="100000" kx="0" ky="0" algn="bl" rotWithShape="0" blurRad="203200" dist="50800" dir="5400000">
              <a:srgbClr val="B0436B">
                <a:alpha val="18000"/>
              </a:srgbClr>
            </a:outerShdw>
          </a:effectLst>
        </p:spPr>
      </p:sp>
      <p:pic>
        <p:nvPicPr>
          <p:cNvPr id="29" name="Ảnh 3" descr="Ảnh minh họa – thay bằng ảnh thật">    </p:cNvPr>
          <p:cNvPicPr>
            <a:picLocks noChangeAspect="1"/>
          </p:cNvPicPr>
          <p:nvPr/>
        </p:nvPicPr>
        <p:blipFill>
          <a:blip r:embed="rId21"/>
          <a:stretch>
            <a:fillRect/>
          </a:stretch>
        </p:blipFill>
        <p:spPr>
          <a:xfrm rot="-120000">
            <a:off x="8300986" y="2743414"/>
            <a:ext cx="2880360" cy="2268000"/>
          </a:xfrm>
          <a:prstGeom prst="rect">
            <a:avLst/>
          </a:prstGeom>
        </p:spPr>
      </p:pic>
      <p:sp>
        <p:nvSpPr>
          <p:cNvPr id="30" name="Chú thích 3"/>
          <p:cNvSpPr txBox="1"/>
          <p:nvPr/>
        </p:nvSpPr>
        <p:spPr>
          <a:xfrm rot="-120000">
            <a:off x="8354923" y="5101913"/>
            <a:ext cx="2880360" cy="640080"/>
          </a:xfrm>
          <a:prstGeom prst="rect">
            <a:avLst/>
          </a:prstGeom>
          <a:noFill/>
          <a:ln/>
        </p:spPr>
        <p:txBody>
          <a:bodyPr wrap="square" lIns="0" tIns="0" rIns="0" bIns="0" rtlCol="0" anchor="ctr"/>
          <a:lstStyle/>
          <a:p>
            <a:pPr algn="ctr" indent="0" marL="0">
              <a:buNone/>
            </a:pPr>
            <a:r>
              <a:rPr lang="en-US" sz="1700" i="1" dirty="0">
                <a:solidFill>
                  <a:schemeClr val="tx2"/>
                </a:solidFill>
                <a:latin typeface="Cambria" pitchFamily="34" charset="0"/>
                <a:ea typeface="Cambria" pitchFamily="34" charset="-122"/>
                <a:cs typeface="Cambria" pitchFamily="34" charset="-120"/>
              </a:rPr>
              <a:t>Gia đình HAWASUCO</a:t>
            </a:r>
            <a:endParaRPr lang="en-US" sz="17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8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repeatCount="indefinite" fill="hold" nodeType="withEffect">
                                  <p:stCondLst>
                                    <p:cond delay="0"/>
                                  </p:stCondLst>
                                  <p:childTnLst>
                                    <p:animMotion origin="layout" path="M 0 0 C 0.060 0.2 -0.060 0.4 0.024 0.6 C 0.084 0.8 -0.012 1.0 0.048 1.18 E" pathEditMode="relative" ptsTypes="">
                                      <p:cBhvr>
                                        <p:cTn id="6" dur="11000" fill="hold"/>
                                        <p:tgtEl>
                                          <p:spTgt spid="7"/>
                                        </p:tgtEl>
                                        <p:attrNameLst>
                                          <p:attrName>ppt_x</p:attrName>
                                          <p:attrName>ppt_y</p:attrName>
                                        </p:attrNameLst>
                                      </p:cBhvr>
                                    </p:animMotion>
                                  </p:childTnLst>
                                </p:cTn>
                              </p:par>
                              <p:par>
                                <p:cTn id="7" presetID="8" presetClass="emph" presetSubtype="0" repeatCount="indefinite" fill="hold" nodeType="withEffect">
                                  <p:stCondLst>
                                    <p:cond delay="0"/>
                                  </p:stCondLst>
                                  <p:childTnLst>
                                    <p:animRot by="21600000">
                                      <p:cBhvr>
                                        <p:cTn id="8" dur="3500" fill="hold"/>
                                        <p:tgtEl>
                                          <p:spTgt spid="7"/>
                                        </p:tgtEl>
                                        <p:attrNameLst>
                                          <p:attrName>r</p:attrName>
                                        </p:attrNameLst>
                                      </p:cBhvr>
                                    </p:animRot>
                                  </p:childTnLst>
                                </p:cTn>
                              </p:par>
                              <p:par>
                                <p:cTn id="9" presetID="53" presetClass="entr" presetSubtype="16" fill="hold" grpId="0" nodeType="withEffect">
                                  <p:stCondLst>
                                    <p:cond delay="400"/>
                                  </p:stCondLst>
                                  <p:childTnLst>
                                    <p:set>
                                      <p:cBhvr>
                                        <p:cTn id="10" dur="1" fill="hold">
                                          <p:stCondLst>
                                            <p:cond delay="0"/>
                                          </p:stCondLst>
                                        </p:cTn>
                                        <p:tgtEl>
                                          <p:spTgt spid="22"/>
                                        </p:tgtEl>
                                        <p:attrNameLst>
                                          <p:attrName>style.visibility</p:attrName>
                                        </p:attrNameLst>
                                      </p:cBhvr>
                                      <p:to>
                                        <p:strVal val="visible"/>
                                      </p:to>
                                    </p:set>
                                    <p:anim calcmode="lin" valueType="num">
                                      <p:cBhvr>
                                        <p:cTn id="11" dur="600" fill="hold"/>
                                        <p:tgtEl>
                                          <p:spTgt spid="22"/>
                                        </p:tgtEl>
                                        <p:attrNameLst>
                                          <p:attrName>ppt_w</p:attrName>
                                        </p:attrNameLst>
                                      </p:cBhvr>
                                      <p:tavLst>
                                        <p:tav tm="0">
                                          <p:val>
                                            <p:fltVal val="0"/>
                                          </p:val>
                                        </p:tav>
                                        <p:tav tm="100000">
                                          <p:val>
                                            <p:strVal val="#ppt_w"/>
                                          </p:val>
                                        </p:tav>
                                      </p:tavLst>
                                    </p:anim>
                                    <p:anim calcmode="lin" valueType="num">
                                      <p:cBhvr>
                                        <p:cTn id="12" dur="600" fill="hold"/>
                                        <p:tgtEl>
                                          <p:spTgt spid="22"/>
                                        </p:tgtEl>
                                        <p:attrNameLst>
                                          <p:attrName>ppt_h</p:attrName>
                                        </p:attrNameLst>
                                      </p:cBhvr>
                                      <p:tavLst>
                                        <p:tav tm="0">
                                          <p:val>
                                            <p:fltVal val="0"/>
                                          </p:val>
                                        </p:tav>
                                        <p:tav tm="100000">
                                          <p:val>
                                            <p:strVal val="#ppt_h"/>
                                          </p:val>
                                        </p:tav>
                                      </p:tavLst>
                                    </p:anim>
                                    <p:animEffect transition="in" filter="fade">
                                      <p:cBhvr>
                                        <p:cTn id="13" dur="600"/>
                                        <p:tgtEl>
                                          <p:spTgt spid="22"/>
                                        </p:tgtEl>
                                      </p:cBhvr>
                                    </p:animEffect>
                                  </p:childTnLst>
                                </p:cTn>
                              </p:par>
                              <p:par>
                                <p:cTn id="14" presetID="53" presetClass="entr" presetSubtype="16" fill="hold" nodeType="withEffect">
                                  <p:stCondLst>
                                    <p:cond delay="400"/>
                                  </p:stCondLst>
                                  <p:childTnLst>
                                    <p:set>
                                      <p:cBhvr>
                                        <p:cTn id="15" dur="1" fill="hold">
                                          <p:stCondLst>
                                            <p:cond delay="0"/>
                                          </p:stCondLst>
                                        </p:cTn>
                                        <p:tgtEl>
                                          <p:spTgt spid="23"/>
                                        </p:tgtEl>
                                        <p:attrNameLst>
                                          <p:attrName>style.visibility</p:attrName>
                                        </p:attrNameLst>
                                      </p:cBhvr>
                                      <p:to>
                                        <p:strVal val="visible"/>
                                      </p:to>
                                    </p:set>
                                    <p:anim calcmode="lin" valueType="num">
                                      <p:cBhvr>
                                        <p:cTn id="16" dur="600" fill="hold"/>
                                        <p:tgtEl>
                                          <p:spTgt spid="23"/>
                                        </p:tgtEl>
                                        <p:attrNameLst>
                                          <p:attrName>ppt_w</p:attrName>
                                        </p:attrNameLst>
                                      </p:cBhvr>
                                      <p:tavLst>
                                        <p:tav tm="0">
                                          <p:val>
                                            <p:fltVal val="0"/>
                                          </p:val>
                                        </p:tav>
                                        <p:tav tm="100000">
                                          <p:val>
                                            <p:strVal val="#ppt_w"/>
                                          </p:val>
                                        </p:tav>
                                      </p:tavLst>
                                    </p:anim>
                                    <p:anim calcmode="lin" valueType="num">
                                      <p:cBhvr>
                                        <p:cTn id="17" dur="600" fill="hold"/>
                                        <p:tgtEl>
                                          <p:spTgt spid="23"/>
                                        </p:tgtEl>
                                        <p:attrNameLst>
                                          <p:attrName>ppt_h</p:attrName>
                                        </p:attrNameLst>
                                      </p:cBhvr>
                                      <p:tavLst>
                                        <p:tav tm="0">
                                          <p:val>
                                            <p:fltVal val="0"/>
                                          </p:val>
                                        </p:tav>
                                        <p:tav tm="100000">
                                          <p:val>
                                            <p:strVal val="#ppt_h"/>
                                          </p:val>
                                        </p:tav>
                                      </p:tavLst>
                                    </p:anim>
                                    <p:animEffect transition="in" filter="fade">
                                      <p:cBhvr>
                                        <p:cTn id="18" dur="600"/>
                                        <p:tgtEl>
                                          <p:spTgt spid="23"/>
                                        </p:tgtEl>
                                      </p:cBhvr>
                                    </p:animEffect>
                                  </p:childTnLst>
                                </p:cTn>
                              </p:par>
                              <p:par>
                                <p:cTn id="19" presetID="53" presetClass="entr" presetSubtype="16" fill="hold" grpId="0" nodeType="withEffect">
                                  <p:stCondLst>
                                    <p:cond delay="400"/>
                                  </p:stCondLst>
                                  <p:childTnLst>
                                    <p:set>
                                      <p:cBhvr>
                                        <p:cTn id="20" dur="1" fill="hold">
                                          <p:stCondLst>
                                            <p:cond delay="0"/>
                                          </p:stCondLst>
                                        </p:cTn>
                                        <p:tgtEl>
                                          <p:spTgt spid="24"/>
                                        </p:tgtEl>
                                        <p:attrNameLst>
                                          <p:attrName>style.visibility</p:attrName>
                                        </p:attrNameLst>
                                      </p:cBhvr>
                                      <p:to>
                                        <p:strVal val="visible"/>
                                      </p:to>
                                    </p:set>
                                    <p:anim calcmode="lin" valueType="num">
                                      <p:cBhvr>
                                        <p:cTn id="21" dur="600" fill="hold"/>
                                        <p:tgtEl>
                                          <p:spTgt spid="24"/>
                                        </p:tgtEl>
                                        <p:attrNameLst>
                                          <p:attrName>ppt_w</p:attrName>
                                        </p:attrNameLst>
                                      </p:cBhvr>
                                      <p:tavLst>
                                        <p:tav tm="0">
                                          <p:val>
                                            <p:fltVal val="0"/>
                                          </p:val>
                                        </p:tav>
                                        <p:tav tm="100000">
                                          <p:val>
                                            <p:strVal val="#ppt_w"/>
                                          </p:val>
                                        </p:tav>
                                      </p:tavLst>
                                    </p:anim>
                                    <p:anim calcmode="lin" valueType="num">
                                      <p:cBhvr>
                                        <p:cTn id="22" dur="600" fill="hold"/>
                                        <p:tgtEl>
                                          <p:spTgt spid="24"/>
                                        </p:tgtEl>
                                        <p:attrNameLst>
                                          <p:attrName>ppt_h</p:attrName>
                                        </p:attrNameLst>
                                      </p:cBhvr>
                                      <p:tavLst>
                                        <p:tav tm="0">
                                          <p:val>
                                            <p:fltVal val="0"/>
                                          </p:val>
                                        </p:tav>
                                        <p:tav tm="100000">
                                          <p:val>
                                            <p:strVal val="#ppt_h"/>
                                          </p:val>
                                        </p:tav>
                                      </p:tavLst>
                                    </p:anim>
                                    <p:animEffect transition="in" filter="fade">
                                      <p:cBhvr>
                                        <p:cTn id="23" dur="600"/>
                                        <p:tgtEl>
                                          <p:spTgt spid="24"/>
                                        </p:tgtEl>
                                      </p:cBhvr>
                                    </p:animEffect>
                                  </p:childTnLst>
                                </p:cTn>
                              </p:par>
                              <p:par>
                                <p:cTn id="24" presetID="53" presetClass="entr" presetSubtype="16" fill="hold" grpId="0" nodeType="withEffect">
                                  <p:stCondLst>
                                    <p:cond delay="850"/>
                                  </p:stCondLst>
                                  <p:childTnLst>
                                    <p:set>
                                      <p:cBhvr>
                                        <p:cTn id="25" dur="1" fill="hold">
                                          <p:stCondLst>
                                            <p:cond delay="0"/>
                                          </p:stCondLst>
                                        </p:cTn>
                                        <p:tgtEl>
                                          <p:spTgt spid="25"/>
                                        </p:tgtEl>
                                        <p:attrNameLst>
                                          <p:attrName>style.visibility</p:attrName>
                                        </p:attrNameLst>
                                      </p:cBhvr>
                                      <p:to>
                                        <p:strVal val="visible"/>
                                      </p:to>
                                    </p:set>
                                    <p:anim calcmode="lin" valueType="num">
                                      <p:cBhvr>
                                        <p:cTn id="26" dur="600" fill="hold"/>
                                        <p:tgtEl>
                                          <p:spTgt spid="25"/>
                                        </p:tgtEl>
                                        <p:attrNameLst>
                                          <p:attrName>ppt_w</p:attrName>
                                        </p:attrNameLst>
                                      </p:cBhvr>
                                      <p:tavLst>
                                        <p:tav tm="0">
                                          <p:val>
                                            <p:fltVal val="0"/>
                                          </p:val>
                                        </p:tav>
                                        <p:tav tm="100000">
                                          <p:val>
                                            <p:strVal val="#ppt_w"/>
                                          </p:val>
                                        </p:tav>
                                      </p:tavLst>
                                    </p:anim>
                                    <p:anim calcmode="lin" valueType="num">
                                      <p:cBhvr>
                                        <p:cTn id="27" dur="600" fill="hold"/>
                                        <p:tgtEl>
                                          <p:spTgt spid="25"/>
                                        </p:tgtEl>
                                        <p:attrNameLst>
                                          <p:attrName>ppt_h</p:attrName>
                                        </p:attrNameLst>
                                      </p:cBhvr>
                                      <p:tavLst>
                                        <p:tav tm="0">
                                          <p:val>
                                            <p:fltVal val="0"/>
                                          </p:val>
                                        </p:tav>
                                        <p:tav tm="100000">
                                          <p:val>
                                            <p:strVal val="#ppt_h"/>
                                          </p:val>
                                        </p:tav>
                                      </p:tavLst>
                                    </p:anim>
                                    <p:animEffect transition="in" filter="fade">
                                      <p:cBhvr>
                                        <p:cTn id="28" dur="600"/>
                                        <p:tgtEl>
                                          <p:spTgt spid="25"/>
                                        </p:tgtEl>
                                      </p:cBhvr>
                                    </p:animEffect>
                                  </p:childTnLst>
                                </p:cTn>
                              </p:par>
                              <p:par>
                                <p:cTn id="29" presetID="53" presetClass="entr" presetSubtype="16" fill="hold" nodeType="withEffect">
                                  <p:stCondLst>
                                    <p:cond delay="850"/>
                                  </p:stCondLst>
                                  <p:childTnLst>
                                    <p:set>
                                      <p:cBhvr>
                                        <p:cTn id="30" dur="1" fill="hold">
                                          <p:stCondLst>
                                            <p:cond delay="0"/>
                                          </p:stCondLst>
                                        </p:cTn>
                                        <p:tgtEl>
                                          <p:spTgt spid="26"/>
                                        </p:tgtEl>
                                        <p:attrNameLst>
                                          <p:attrName>style.visibility</p:attrName>
                                        </p:attrNameLst>
                                      </p:cBhvr>
                                      <p:to>
                                        <p:strVal val="visible"/>
                                      </p:to>
                                    </p:set>
                                    <p:anim calcmode="lin" valueType="num">
                                      <p:cBhvr>
                                        <p:cTn id="31" dur="600" fill="hold"/>
                                        <p:tgtEl>
                                          <p:spTgt spid="26"/>
                                        </p:tgtEl>
                                        <p:attrNameLst>
                                          <p:attrName>ppt_w</p:attrName>
                                        </p:attrNameLst>
                                      </p:cBhvr>
                                      <p:tavLst>
                                        <p:tav tm="0">
                                          <p:val>
                                            <p:fltVal val="0"/>
                                          </p:val>
                                        </p:tav>
                                        <p:tav tm="100000">
                                          <p:val>
                                            <p:strVal val="#ppt_w"/>
                                          </p:val>
                                        </p:tav>
                                      </p:tavLst>
                                    </p:anim>
                                    <p:anim calcmode="lin" valueType="num">
                                      <p:cBhvr>
                                        <p:cTn id="32" dur="600" fill="hold"/>
                                        <p:tgtEl>
                                          <p:spTgt spid="26"/>
                                        </p:tgtEl>
                                        <p:attrNameLst>
                                          <p:attrName>ppt_h</p:attrName>
                                        </p:attrNameLst>
                                      </p:cBhvr>
                                      <p:tavLst>
                                        <p:tav tm="0">
                                          <p:val>
                                            <p:fltVal val="0"/>
                                          </p:val>
                                        </p:tav>
                                        <p:tav tm="100000">
                                          <p:val>
                                            <p:strVal val="#ppt_h"/>
                                          </p:val>
                                        </p:tav>
                                      </p:tavLst>
                                    </p:anim>
                                    <p:animEffect transition="in" filter="fade">
                                      <p:cBhvr>
                                        <p:cTn id="33" dur="600"/>
                                        <p:tgtEl>
                                          <p:spTgt spid="26"/>
                                        </p:tgtEl>
                                      </p:cBhvr>
                                    </p:animEffect>
                                  </p:childTnLst>
                                </p:cTn>
                              </p:par>
                              <p:par>
                                <p:cTn id="34" presetID="53" presetClass="entr" presetSubtype="16" fill="hold" grpId="0" nodeType="withEffect">
                                  <p:stCondLst>
                                    <p:cond delay="850"/>
                                  </p:stCondLst>
                                  <p:childTnLst>
                                    <p:set>
                                      <p:cBhvr>
                                        <p:cTn id="35" dur="1" fill="hold">
                                          <p:stCondLst>
                                            <p:cond delay="0"/>
                                          </p:stCondLst>
                                        </p:cTn>
                                        <p:tgtEl>
                                          <p:spTgt spid="27"/>
                                        </p:tgtEl>
                                        <p:attrNameLst>
                                          <p:attrName>style.visibility</p:attrName>
                                        </p:attrNameLst>
                                      </p:cBhvr>
                                      <p:to>
                                        <p:strVal val="visible"/>
                                      </p:to>
                                    </p:set>
                                    <p:anim calcmode="lin" valueType="num">
                                      <p:cBhvr>
                                        <p:cTn id="36" dur="600" fill="hold"/>
                                        <p:tgtEl>
                                          <p:spTgt spid="27"/>
                                        </p:tgtEl>
                                        <p:attrNameLst>
                                          <p:attrName>ppt_w</p:attrName>
                                        </p:attrNameLst>
                                      </p:cBhvr>
                                      <p:tavLst>
                                        <p:tav tm="0">
                                          <p:val>
                                            <p:fltVal val="0"/>
                                          </p:val>
                                        </p:tav>
                                        <p:tav tm="100000">
                                          <p:val>
                                            <p:strVal val="#ppt_w"/>
                                          </p:val>
                                        </p:tav>
                                      </p:tavLst>
                                    </p:anim>
                                    <p:anim calcmode="lin" valueType="num">
                                      <p:cBhvr>
                                        <p:cTn id="37" dur="600" fill="hold"/>
                                        <p:tgtEl>
                                          <p:spTgt spid="27"/>
                                        </p:tgtEl>
                                        <p:attrNameLst>
                                          <p:attrName>ppt_h</p:attrName>
                                        </p:attrNameLst>
                                      </p:cBhvr>
                                      <p:tavLst>
                                        <p:tav tm="0">
                                          <p:val>
                                            <p:fltVal val="0"/>
                                          </p:val>
                                        </p:tav>
                                        <p:tav tm="100000">
                                          <p:val>
                                            <p:strVal val="#ppt_h"/>
                                          </p:val>
                                        </p:tav>
                                      </p:tavLst>
                                    </p:anim>
                                    <p:animEffect transition="in" filter="fade">
                                      <p:cBhvr>
                                        <p:cTn id="38" dur="600"/>
                                        <p:tgtEl>
                                          <p:spTgt spid="27"/>
                                        </p:tgtEl>
                                      </p:cBhvr>
                                    </p:animEffect>
                                  </p:childTnLst>
                                </p:cTn>
                              </p:par>
                              <p:par>
                                <p:cTn id="39" presetID="0" presetClass="path" presetSubtype="0" repeatCount="indefinite" fill="hold" nodeType="withEffect">
                                  <p:stCondLst>
                                    <p:cond delay="1070"/>
                                  </p:stCondLst>
                                  <p:childTnLst>
                                    <p:animMotion origin="layout" path="M 0 0 C 0.040 0.2 -0.040 0.4 0.016 0.6 C 0.056 0.8 -0.008 1.0 0.032 1.18 E" pathEditMode="relative" ptsTypes="">
                                      <p:cBhvr>
                                        <p:cTn id="40" dur="9300" fill="hold"/>
                                        <p:tgtEl>
                                          <p:spTgt spid="18"/>
                                        </p:tgtEl>
                                        <p:attrNameLst>
                                          <p:attrName>ppt_x</p:attrName>
                                          <p:attrName>ppt_y</p:attrName>
                                        </p:attrNameLst>
                                      </p:cBhvr>
                                    </p:animMotion>
                                  </p:childTnLst>
                                </p:cTn>
                              </p:par>
                              <p:par>
                                <p:cTn id="41" presetID="8" presetClass="emph" presetSubtype="0" repeatCount="indefinite" fill="hold" nodeType="withEffect">
                                  <p:stCondLst>
                                    <p:cond delay="1070"/>
                                  </p:stCondLst>
                                  <p:childTnLst>
                                    <p:animRot by="-21600000">
                                      <p:cBhvr>
                                        <p:cTn id="42" dur="5200" fill="hold"/>
                                        <p:tgtEl>
                                          <p:spTgt spid="18"/>
                                        </p:tgtEl>
                                        <p:attrNameLst>
                                          <p:attrName>r</p:attrName>
                                        </p:attrNameLst>
                                      </p:cBhvr>
                                    </p:animRot>
                                  </p:childTnLst>
                                </p:cTn>
                              </p:par>
                              <p:par>
                                <p:cTn id="43" presetID="0" presetClass="path" presetSubtype="0" repeatCount="indefinite" fill="hold" nodeType="withEffect">
                                  <p:stCondLst>
                                    <p:cond delay="1220"/>
                                  </p:stCondLst>
                                  <p:childTnLst>
                                    <p:animMotion origin="layout" path="M 0 0 C 0.060 0.2 -0.060 0.4 0.024 0.6 C 0.084 0.8 -0.012 1.0 0.048 1.18 E" pathEditMode="relative" ptsTypes="">
                                      <p:cBhvr>
                                        <p:cTn id="44" dur="10500" fill="hold"/>
                                        <p:tgtEl>
                                          <p:spTgt spid="13"/>
                                        </p:tgtEl>
                                        <p:attrNameLst>
                                          <p:attrName>ppt_x</p:attrName>
                                          <p:attrName>ppt_y</p:attrName>
                                        </p:attrNameLst>
                                      </p:cBhvr>
                                    </p:animMotion>
                                  </p:childTnLst>
                                </p:cTn>
                              </p:par>
                              <p:par>
                                <p:cTn id="45" presetID="8" presetClass="emph" presetSubtype="0" repeatCount="indefinite" fill="hold" nodeType="withEffect">
                                  <p:stCondLst>
                                    <p:cond delay="1220"/>
                                  </p:stCondLst>
                                  <p:childTnLst>
                                    <p:animRot by="21600000">
                                      <p:cBhvr>
                                        <p:cTn id="46" dur="4700" fill="hold"/>
                                        <p:tgtEl>
                                          <p:spTgt spid="13"/>
                                        </p:tgtEl>
                                        <p:attrNameLst>
                                          <p:attrName>r</p:attrName>
                                        </p:attrNameLst>
                                      </p:cBhvr>
                                    </p:animRot>
                                  </p:childTnLst>
                                </p:cTn>
                              </p:par>
                              <p:par>
                                <p:cTn id="47" presetID="53" presetClass="entr" presetSubtype="16" fill="hold" grpId="0" nodeType="withEffect">
                                  <p:stCondLst>
                                    <p:cond delay="1300"/>
                                  </p:stCondLst>
                                  <p:childTnLst>
                                    <p:set>
                                      <p:cBhvr>
                                        <p:cTn id="48" dur="1" fill="hold">
                                          <p:stCondLst>
                                            <p:cond delay="0"/>
                                          </p:stCondLst>
                                        </p:cTn>
                                        <p:tgtEl>
                                          <p:spTgt spid="28"/>
                                        </p:tgtEl>
                                        <p:attrNameLst>
                                          <p:attrName>style.visibility</p:attrName>
                                        </p:attrNameLst>
                                      </p:cBhvr>
                                      <p:to>
                                        <p:strVal val="visible"/>
                                      </p:to>
                                    </p:set>
                                    <p:anim calcmode="lin" valueType="num">
                                      <p:cBhvr>
                                        <p:cTn id="49" dur="600" fill="hold"/>
                                        <p:tgtEl>
                                          <p:spTgt spid="28"/>
                                        </p:tgtEl>
                                        <p:attrNameLst>
                                          <p:attrName>ppt_w</p:attrName>
                                        </p:attrNameLst>
                                      </p:cBhvr>
                                      <p:tavLst>
                                        <p:tav tm="0">
                                          <p:val>
                                            <p:fltVal val="0"/>
                                          </p:val>
                                        </p:tav>
                                        <p:tav tm="100000">
                                          <p:val>
                                            <p:strVal val="#ppt_w"/>
                                          </p:val>
                                        </p:tav>
                                      </p:tavLst>
                                    </p:anim>
                                    <p:anim calcmode="lin" valueType="num">
                                      <p:cBhvr>
                                        <p:cTn id="50" dur="600" fill="hold"/>
                                        <p:tgtEl>
                                          <p:spTgt spid="28"/>
                                        </p:tgtEl>
                                        <p:attrNameLst>
                                          <p:attrName>ppt_h</p:attrName>
                                        </p:attrNameLst>
                                      </p:cBhvr>
                                      <p:tavLst>
                                        <p:tav tm="0">
                                          <p:val>
                                            <p:fltVal val="0"/>
                                          </p:val>
                                        </p:tav>
                                        <p:tav tm="100000">
                                          <p:val>
                                            <p:strVal val="#ppt_h"/>
                                          </p:val>
                                        </p:tav>
                                      </p:tavLst>
                                    </p:anim>
                                    <p:animEffect transition="in" filter="fade">
                                      <p:cBhvr>
                                        <p:cTn id="51" dur="600"/>
                                        <p:tgtEl>
                                          <p:spTgt spid="28"/>
                                        </p:tgtEl>
                                      </p:cBhvr>
                                    </p:animEffect>
                                  </p:childTnLst>
                                </p:cTn>
                              </p:par>
                              <p:par>
                                <p:cTn id="52" presetID="53" presetClass="entr" presetSubtype="16" fill="hold" nodeType="withEffect">
                                  <p:stCondLst>
                                    <p:cond delay="1300"/>
                                  </p:stCondLst>
                                  <p:childTnLst>
                                    <p:set>
                                      <p:cBhvr>
                                        <p:cTn id="53" dur="1" fill="hold">
                                          <p:stCondLst>
                                            <p:cond delay="0"/>
                                          </p:stCondLst>
                                        </p:cTn>
                                        <p:tgtEl>
                                          <p:spTgt spid="29"/>
                                        </p:tgtEl>
                                        <p:attrNameLst>
                                          <p:attrName>style.visibility</p:attrName>
                                        </p:attrNameLst>
                                      </p:cBhvr>
                                      <p:to>
                                        <p:strVal val="visible"/>
                                      </p:to>
                                    </p:set>
                                    <p:anim calcmode="lin" valueType="num">
                                      <p:cBhvr>
                                        <p:cTn id="54" dur="600" fill="hold"/>
                                        <p:tgtEl>
                                          <p:spTgt spid="29"/>
                                        </p:tgtEl>
                                        <p:attrNameLst>
                                          <p:attrName>ppt_w</p:attrName>
                                        </p:attrNameLst>
                                      </p:cBhvr>
                                      <p:tavLst>
                                        <p:tav tm="0">
                                          <p:val>
                                            <p:fltVal val="0"/>
                                          </p:val>
                                        </p:tav>
                                        <p:tav tm="100000">
                                          <p:val>
                                            <p:strVal val="#ppt_w"/>
                                          </p:val>
                                        </p:tav>
                                      </p:tavLst>
                                    </p:anim>
                                    <p:anim calcmode="lin" valueType="num">
                                      <p:cBhvr>
                                        <p:cTn id="55" dur="600" fill="hold"/>
                                        <p:tgtEl>
                                          <p:spTgt spid="29"/>
                                        </p:tgtEl>
                                        <p:attrNameLst>
                                          <p:attrName>ppt_h</p:attrName>
                                        </p:attrNameLst>
                                      </p:cBhvr>
                                      <p:tavLst>
                                        <p:tav tm="0">
                                          <p:val>
                                            <p:fltVal val="0"/>
                                          </p:val>
                                        </p:tav>
                                        <p:tav tm="100000">
                                          <p:val>
                                            <p:strVal val="#ppt_h"/>
                                          </p:val>
                                        </p:tav>
                                      </p:tavLst>
                                    </p:anim>
                                    <p:animEffect transition="in" filter="fade">
                                      <p:cBhvr>
                                        <p:cTn id="56" dur="600"/>
                                        <p:tgtEl>
                                          <p:spTgt spid="29"/>
                                        </p:tgtEl>
                                      </p:cBhvr>
                                    </p:animEffect>
                                  </p:childTnLst>
                                </p:cTn>
                              </p:par>
                              <p:par>
                                <p:cTn id="57" presetID="53" presetClass="entr" presetSubtype="16" fill="hold" grpId="0" nodeType="withEffect">
                                  <p:stCondLst>
                                    <p:cond delay="1300"/>
                                  </p:stCondLst>
                                  <p:childTnLst>
                                    <p:set>
                                      <p:cBhvr>
                                        <p:cTn id="58" dur="1" fill="hold">
                                          <p:stCondLst>
                                            <p:cond delay="0"/>
                                          </p:stCondLst>
                                        </p:cTn>
                                        <p:tgtEl>
                                          <p:spTgt spid="30"/>
                                        </p:tgtEl>
                                        <p:attrNameLst>
                                          <p:attrName>style.visibility</p:attrName>
                                        </p:attrNameLst>
                                      </p:cBhvr>
                                      <p:to>
                                        <p:strVal val="visible"/>
                                      </p:to>
                                    </p:set>
                                    <p:anim calcmode="lin" valueType="num">
                                      <p:cBhvr>
                                        <p:cTn id="59" dur="600" fill="hold"/>
                                        <p:tgtEl>
                                          <p:spTgt spid="30"/>
                                        </p:tgtEl>
                                        <p:attrNameLst>
                                          <p:attrName>ppt_w</p:attrName>
                                        </p:attrNameLst>
                                      </p:cBhvr>
                                      <p:tavLst>
                                        <p:tav tm="0">
                                          <p:val>
                                            <p:fltVal val="0"/>
                                          </p:val>
                                        </p:tav>
                                        <p:tav tm="100000">
                                          <p:val>
                                            <p:strVal val="#ppt_w"/>
                                          </p:val>
                                        </p:tav>
                                      </p:tavLst>
                                    </p:anim>
                                    <p:anim calcmode="lin" valueType="num">
                                      <p:cBhvr>
                                        <p:cTn id="60" dur="600" fill="hold"/>
                                        <p:tgtEl>
                                          <p:spTgt spid="30"/>
                                        </p:tgtEl>
                                        <p:attrNameLst>
                                          <p:attrName>ppt_h</p:attrName>
                                        </p:attrNameLst>
                                      </p:cBhvr>
                                      <p:tavLst>
                                        <p:tav tm="0">
                                          <p:val>
                                            <p:fltVal val="0"/>
                                          </p:val>
                                        </p:tav>
                                        <p:tav tm="100000">
                                          <p:val>
                                            <p:strVal val="#ppt_h"/>
                                          </p:val>
                                        </p:tav>
                                      </p:tavLst>
                                    </p:anim>
                                    <p:animEffect transition="in" filter="fade">
                                      <p:cBhvr>
                                        <p:cTn id="61" dur="600"/>
                                        <p:tgtEl>
                                          <p:spTgt spid="30"/>
                                        </p:tgtEl>
                                      </p:cBhvr>
                                    </p:animEffect>
                                  </p:childTnLst>
                                </p:cTn>
                              </p:par>
                              <p:par>
                                <p:cTn id="62" presetID="0" presetClass="path" presetSubtype="0" repeatCount="indefinite" fill="hold" nodeType="withEffect">
                                  <p:stCondLst>
                                    <p:cond delay="1370"/>
                                  </p:stCondLst>
                                  <p:childTnLst>
                                    <p:animMotion origin="layout" path="M 0 0 C -0.040 0.2 0.040 0.4 -0.016 0.6 C -0.056 0.8 0.008 1.0 -0.032 1.18 E" pathEditMode="relative" ptsTypes="">
                                      <p:cBhvr>
                                        <p:cTn id="63" dur="9500" fill="hold"/>
                                        <p:tgtEl>
                                          <p:spTgt spid="8"/>
                                        </p:tgtEl>
                                        <p:attrNameLst>
                                          <p:attrName>ppt_x</p:attrName>
                                          <p:attrName>ppt_y</p:attrName>
                                        </p:attrNameLst>
                                      </p:cBhvr>
                                    </p:animMotion>
                                  </p:childTnLst>
                                </p:cTn>
                              </p:par>
                              <p:par>
                                <p:cTn id="64" presetID="8" presetClass="emph" presetSubtype="0" repeatCount="indefinite" fill="hold" nodeType="withEffect">
                                  <p:stCondLst>
                                    <p:cond delay="1370"/>
                                  </p:stCondLst>
                                  <p:childTnLst>
                                    <p:animRot by="-21600000">
                                      <p:cBhvr>
                                        <p:cTn id="65" dur="4200" fill="hold"/>
                                        <p:tgtEl>
                                          <p:spTgt spid="8"/>
                                        </p:tgtEl>
                                        <p:attrNameLst>
                                          <p:attrName>r</p:attrName>
                                        </p:attrNameLst>
                                      </p:cBhvr>
                                    </p:animRot>
                                  </p:childTnLst>
                                </p:cTn>
                              </p:par>
                              <p:par>
                                <p:cTn id="66" presetID="0" presetClass="path" presetSubtype="0" repeatCount="indefinite" fill="hold" nodeType="withEffect">
                                  <p:stCondLst>
                                    <p:cond delay="1500"/>
                                  </p:stCondLst>
                                  <p:childTnLst>
                                    <p:animMotion origin="layout" path="M 0 0 C 0.100 0.2 -0.100 0.4 0.040 0.6 C 0.140 0.8 -0.020 1.0 0.080 1.18 E" pathEditMode="relative" ptsTypes="">
                                      <p:cBhvr>
                                        <p:cTn id="67" dur="13000" fill="hold"/>
                                        <p:tgtEl>
                                          <p:spTgt spid="19"/>
                                        </p:tgtEl>
                                        <p:attrNameLst>
                                          <p:attrName>ppt_x</p:attrName>
                                          <p:attrName>ppt_y</p:attrName>
                                        </p:attrNameLst>
                                      </p:cBhvr>
                                    </p:animMotion>
                                  </p:childTnLst>
                                </p:cTn>
                              </p:par>
                              <p:par>
                                <p:cTn id="68" presetID="8" presetClass="emph" presetSubtype="0" repeatCount="indefinite" fill="hold" nodeType="withEffect">
                                  <p:stCondLst>
                                    <p:cond delay="1500"/>
                                  </p:stCondLst>
                                  <p:childTnLst>
                                    <p:animRot by="21600000">
                                      <p:cBhvr>
                                        <p:cTn id="69" dur="3500" fill="hold"/>
                                        <p:tgtEl>
                                          <p:spTgt spid="19"/>
                                        </p:tgtEl>
                                        <p:attrNameLst>
                                          <p:attrName>r</p:attrName>
                                        </p:attrNameLst>
                                      </p:cBhvr>
                                    </p:animRot>
                                  </p:childTnLst>
                                </p:cTn>
                              </p:par>
                              <p:par>
                                <p:cTn id="70" presetID="8" presetClass="emph" presetSubtype="0" repeatCount="indefinite" fill="hold" nodeType="withEffect">
                                  <p:stCondLst>
                                    <p:cond delay="1800"/>
                                  </p:stCondLst>
                                  <p:childTnLst>
                                    <p:animRot by="21600000">
                                      <p:cBhvr>
                                        <p:cTn id="71" dur="60000" fill="hold"/>
                                        <p:tgtEl>
                                          <p:spTgt spid="3"/>
                                        </p:tgtEl>
                                        <p:attrNameLst>
                                          <p:attrName>r</p:attrName>
                                        </p:attrNameLst>
                                      </p:cBhvr>
                                    </p:animRot>
                                  </p:childTnLst>
                                </p:cTn>
                              </p:par>
                              <p:par>
                                <p:cTn id="72" presetID="8" presetClass="emph" presetSubtype="0" repeatCount="indefinite" fill="hold" nodeType="withEffect">
                                  <p:stCondLst>
                                    <p:cond delay="1800"/>
                                  </p:stCondLst>
                                  <p:childTnLst>
                                    <p:animRot by="-21600000">
                                      <p:cBhvr>
                                        <p:cTn id="73" dur="45000" fill="hold"/>
                                        <p:tgtEl>
                                          <p:spTgt spid="2"/>
                                        </p:tgtEl>
                                        <p:attrNameLst>
                                          <p:attrName>r</p:attrName>
                                        </p:attrNameLst>
                                      </p:cBhvr>
                                    </p:animRot>
                                  </p:childTnLst>
                                </p:cTn>
                              </p:par>
                              <p:par>
                                <p:cTn id="74" presetID="8" presetClass="emph" presetSubtype="0" repeatCount="indefinite" autoRev="1" fill="hold" nodeType="withEffect">
                                  <p:stCondLst>
                                    <p:cond delay="1800"/>
                                  </p:stCondLst>
                                  <p:childTnLst>
                                    <p:animRot by="180000">
                                      <p:cBhvr>
                                        <p:cTn id="75" dur="2600" fill="hold"/>
                                        <p:tgtEl>
                                          <p:spTgt spid="4"/>
                                        </p:tgtEl>
                                        <p:attrNameLst>
                                          <p:attrName>r</p:attrName>
                                        </p:attrNameLst>
                                      </p:cBhvr>
                                    </p:animRot>
                                  </p:childTnLst>
                                </p:cTn>
                              </p:par>
                              <p:par>
                                <p:cTn id="76" presetID="0" presetClass="path" presetSubtype="0" repeatCount="indefinite" fill="hold" nodeType="withEffect">
                                  <p:stCondLst>
                                    <p:cond delay="2590"/>
                                  </p:stCondLst>
                                  <p:childTnLst>
                                    <p:animMotion origin="layout" path="M 0 0 C -0.050 0.2 0.050 0.4 -0.020 0.6 C -0.070 0.8 0.010 1.0 -0.040 1.18 E" pathEditMode="relative" ptsTypes="">
                                      <p:cBhvr>
                                        <p:cTn id="77" dur="12000" fill="hold"/>
                                        <p:tgtEl>
                                          <p:spTgt spid="14"/>
                                        </p:tgtEl>
                                        <p:attrNameLst>
                                          <p:attrName>ppt_x</p:attrName>
                                          <p:attrName>ppt_y</p:attrName>
                                        </p:attrNameLst>
                                      </p:cBhvr>
                                    </p:animMotion>
                                  </p:childTnLst>
                                </p:cTn>
                              </p:par>
                              <p:par>
                                <p:cTn id="78" presetID="8" presetClass="emph" presetSubtype="0" repeatCount="indefinite" fill="hold" nodeType="withEffect">
                                  <p:stCondLst>
                                    <p:cond delay="2590"/>
                                  </p:stCondLst>
                                  <p:childTnLst>
                                    <p:animRot by="-21600000">
                                      <p:cBhvr>
                                        <p:cTn id="79" dur="5400" fill="hold"/>
                                        <p:tgtEl>
                                          <p:spTgt spid="14"/>
                                        </p:tgtEl>
                                        <p:attrNameLst>
                                          <p:attrName>r</p:attrName>
                                        </p:attrNameLst>
                                      </p:cBhvr>
                                    </p:animRot>
                                  </p:childTnLst>
                                </p:cTn>
                              </p:par>
                              <p:par>
                                <p:cTn id="80" presetID="0" presetClass="path" presetSubtype="0" repeatCount="indefinite" fill="hold" nodeType="withEffect">
                                  <p:stCondLst>
                                    <p:cond delay="2740"/>
                                  </p:stCondLst>
                                  <p:childTnLst>
                                    <p:animMotion origin="layout" path="M 0 0 C 0.080 0.2 -0.080 0.4 0.032 0.6 C 0.112 0.8 -0.016 1.0 0.064 1.18 E" pathEditMode="relative" ptsTypes="">
                                      <p:cBhvr>
                                        <p:cTn id="81" dur="12500" fill="hold"/>
                                        <p:tgtEl>
                                          <p:spTgt spid="9"/>
                                        </p:tgtEl>
                                        <p:attrNameLst>
                                          <p:attrName>ppt_x</p:attrName>
                                          <p:attrName>ppt_y</p:attrName>
                                        </p:attrNameLst>
                                      </p:cBhvr>
                                    </p:animMotion>
                                  </p:childTnLst>
                                </p:cTn>
                              </p:par>
                              <p:par>
                                <p:cTn id="82" presetID="8" presetClass="emph" presetSubtype="0" repeatCount="indefinite" fill="hold" nodeType="withEffect">
                                  <p:stCondLst>
                                    <p:cond delay="2740"/>
                                  </p:stCondLst>
                                  <p:childTnLst>
                                    <p:animRot by="21600000">
                                      <p:cBhvr>
                                        <p:cTn id="83" dur="4900" fill="hold"/>
                                        <p:tgtEl>
                                          <p:spTgt spid="9"/>
                                        </p:tgtEl>
                                        <p:attrNameLst>
                                          <p:attrName>r</p:attrName>
                                        </p:attrNameLst>
                                      </p:cBhvr>
                                    </p:animRot>
                                  </p:childTnLst>
                                </p:cTn>
                              </p:par>
                              <p:par>
                                <p:cTn id="84" presetID="0" presetClass="path" presetSubtype="0" repeatCount="indefinite" fill="hold" nodeType="withEffect">
                                  <p:stCondLst>
                                    <p:cond delay="2870"/>
                                  </p:stCondLst>
                                  <p:childTnLst>
                                    <p:animMotion origin="layout" path="M 0 0 C -0.090 0.2 0.090 0.4 -0.036 0.6 C -0.126 0.8 0.018 1.0 -0.072 1.18 E" pathEditMode="relative" ptsTypes="">
                                      <p:cBhvr>
                                        <p:cTn id="85" dur="14000" fill="hold"/>
                                        <p:tgtEl>
                                          <p:spTgt spid="20"/>
                                        </p:tgtEl>
                                        <p:attrNameLst>
                                          <p:attrName>ppt_x</p:attrName>
                                          <p:attrName>ppt_y</p:attrName>
                                        </p:attrNameLst>
                                      </p:cBhvr>
                                    </p:animMotion>
                                  </p:childTnLst>
                                </p:cTn>
                              </p:par>
                              <p:par>
                                <p:cTn id="86" presetID="8" presetClass="emph" presetSubtype="0" repeatCount="indefinite" fill="hold" nodeType="withEffect">
                                  <p:stCondLst>
                                    <p:cond delay="2870"/>
                                  </p:stCondLst>
                                  <p:childTnLst>
                                    <p:animRot by="-21600000">
                                      <p:cBhvr>
                                        <p:cTn id="87" dur="4200" fill="hold"/>
                                        <p:tgtEl>
                                          <p:spTgt spid="20"/>
                                        </p:tgtEl>
                                        <p:attrNameLst>
                                          <p:attrName>r</p:attrName>
                                        </p:attrNameLst>
                                      </p:cBhvr>
                                    </p:animRot>
                                  </p:childTnLst>
                                </p:cTn>
                              </p:par>
                              <p:par>
                                <p:cTn id="88" presetID="0" presetClass="path" presetSubtype="0" repeatCount="indefinite" fill="hold" nodeType="withEffect">
                                  <p:stCondLst>
                                    <p:cond delay="3960"/>
                                  </p:stCondLst>
                                  <p:childTnLst>
                                    <p:animMotion origin="layout" path="M 0 0 C 0.070 0.2 -0.070 0.4 0.028 0.6 C 0.098 0.8 -0.014 1.0 0.056 1.18 E" pathEditMode="relative" ptsTypes="">
                                      <p:cBhvr>
                                        <p:cTn id="89" dur="9800" fill="hold"/>
                                        <p:tgtEl>
                                          <p:spTgt spid="15"/>
                                        </p:tgtEl>
                                        <p:attrNameLst>
                                          <p:attrName>ppt_x</p:attrName>
                                          <p:attrName>ppt_y</p:attrName>
                                        </p:attrNameLst>
                                      </p:cBhvr>
                                    </p:animMotion>
                                  </p:childTnLst>
                                </p:cTn>
                              </p:par>
                              <p:par>
                                <p:cTn id="90" presetID="8" presetClass="emph" presetSubtype="0" repeatCount="indefinite" fill="hold" nodeType="withEffect">
                                  <p:stCondLst>
                                    <p:cond delay="3960"/>
                                  </p:stCondLst>
                                  <p:childTnLst>
                                    <p:animRot by="21600000">
                                      <p:cBhvr>
                                        <p:cTn id="91" dur="6100" fill="hold"/>
                                        <p:tgtEl>
                                          <p:spTgt spid="15"/>
                                        </p:tgtEl>
                                        <p:attrNameLst>
                                          <p:attrName>r</p:attrName>
                                        </p:attrNameLst>
                                      </p:cBhvr>
                                    </p:animRot>
                                  </p:childTnLst>
                                </p:cTn>
                              </p:par>
                              <p:par>
                                <p:cTn id="92" presetID="0" presetClass="path" presetSubtype="0" repeatCount="indefinite" fill="hold" nodeType="withEffect">
                                  <p:stCondLst>
                                    <p:cond delay="4110"/>
                                  </p:stCondLst>
                                  <p:childTnLst>
                                    <p:animMotion origin="layout" path="M 0 0 C -0.060 0.2 0.060 0.4 -0.024 0.6 C -0.084 0.8 0.012 1.0 -0.048 1.18 E" pathEditMode="relative" ptsTypes="">
                                      <p:cBhvr>
                                        <p:cTn id="93" dur="10000" fill="hold"/>
                                        <p:tgtEl>
                                          <p:spTgt spid="10"/>
                                        </p:tgtEl>
                                        <p:attrNameLst>
                                          <p:attrName>ppt_x</p:attrName>
                                          <p:attrName>ppt_y</p:attrName>
                                        </p:attrNameLst>
                                      </p:cBhvr>
                                    </p:animMotion>
                                  </p:childTnLst>
                                </p:cTn>
                              </p:par>
                              <p:par>
                                <p:cTn id="94" presetID="8" presetClass="emph" presetSubtype="0" repeatCount="indefinite" fill="hold" nodeType="withEffect">
                                  <p:stCondLst>
                                    <p:cond delay="4110"/>
                                  </p:stCondLst>
                                  <p:childTnLst>
                                    <p:animRot by="-21600000">
                                      <p:cBhvr>
                                        <p:cTn id="95" dur="5600" fill="hold"/>
                                        <p:tgtEl>
                                          <p:spTgt spid="10"/>
                                        </p:tgtEl>
                                        <p:attrNameLst>
                                          <p:attrName>r</p:attrName>
                                        </p:attrNameLst>
                                      </p:cBhvr>
                                    </p:animRot>
                                  </p:childTnLst>
                                </p:cTn>
                              </p:par>
                              <p:par>
                                <p:cTn id="96" presetID="0" presetClass="path" presetSubtype="0" repeatCount="indefinite" fill="hold" nodeType="withEffect">
                                  <p:stCondLst>
                                    <p:cond delay="4240"/>
                                  </p:stCondLst>
                                  <p:childTnLst>
                                    <p:animMotion origin="layout" path="M 0 0 C -0.120 0.2 0.120 0.4 -0.048 0.6 C -0.168 0.8 0.024 1.0 -0.096 1.18 E" pathEditMode="relative" ptsTypes="">
                                      <p:cBhvr>
                                        <p:cTn id="97" dur="12500" fill="hold"/>
                                        <p:tgtEl>
                                          <p:spTgt spid="21"/>
                                        </p:tgtEl>
                                        <p:attrNameLst>
                                          <p:attrName>ppt_x</p:attrName>
                                          <p:attrName>ppt_y</p:attrName>
                                        </p:attrNameLst>
                                      </p:cBhvr>
                                    </p:animMotion>
                                  </p:childTnLst>
                                </p:cTn>
                              </p:par>
                              <p:par>
                                <p:cTn id="98" presetID="8" presetClass="emph" presetSubtype="0" repeatCount="indefinite" fill="hold" nodeType="withEffect">
                                  <p:stCondLst>
                                    <p:cond delay="4240"/>
                                  </p:stCondLst>
                                  <p:childTnLst>
                                    <p:animRot by="21600000">
                                      <p:cBhvr>
                                        <p:cTn id="99" dur="4900" fill="hold"/>
                                        <p:tgtEl>
                                          <p:spTgt spid="21"/>
                                        </p:tgtEl>
                                        <p:attrNameLst>
                                          <p:attrName>r</p:attrName>
                                        </p:attrNameLst>
                                      </p:cBhvr>
                                    </p:animRot>
                                  </p:childTnLst>
                                </p:cTn>
                              </p:par>
                              <p:par>
                                <p:cTn id="100" presetID="0" presetClass="path" presetSubtype="0" repeatCount="indefinite" fill="hold" nodeType="withEffect">
                                  <p:stCondLst>
                                    <p:cond delay="5330"/>
                                  </p:stCondLst>
                                  <p:childTnLst>
                                    <p:animMotion origin="layout" path="M 0 0 C -0.080 0.2 0.080 0.4 -0.032 0.6 C -0.112 0.8 0.016 1.0 -0.064 1.18 E" pathEditMode="relative" ptsTypes="">
                                      <p:cBhvr>
                                        <p:cTn id="101" dur="11200" fill="hold"/>
                                        <p:tgtEl>
                                          <p:spTgt spid="16"/>
                                        </p:tgtEl>
                                        <p:attrNameLst>
                                          <p:attrName>ppt_x</p:attrName>
                                          <p:attrName>ppt_y</p:attrName>
                                        </p:attrNameLst>
                                      </p:cBhvr>
                                    </p:animMotion>
                                  </p:childTnLst>
                                </p:cTn>
                              </p:par>
                              <p:par>
                                <p:cTn id="102" presetID="8" presetClass="emph" presetSubtype="0" repeatCount="indefinite" fill="hold" nodeType="withEffect">
                                  <p:stCondLst>
                                    <p:cond delay="5330"/>
                                  </p:stCondLst>
                                  <p:childTnLst>
                                    <p:animRot by="-21600000">
                                      <p:cBhvr>
                                        <p:cTn id="103" dur="3800" fill="hold"/>
                                        <p:tgtEl>
                                          <p:spTgt spid="16"/>
                                        </p:tgtEl>
                                        <p:attrNameLst>
                                          <p:attrName>r</p:attrName>
                                        </p:attrNameLst>
                                      </p:cBhvr>
                                    </p:animRot>
                                  </p:childTnLst>
                                </p:cTn>
                              </p:par>
                              <p:par>
                                <p:cTn id="104" presetID="0" presetClass="path" presetSubtype="0" repeatCount="indefinite" fill="hold" nodeType="withEffect">
                                  <p:stCondLst>
                                    <p:cond delay="5480"/>
                                  </p:stCondLst>
                                  <p:childTnLst>
                                    <p:animMotion origin="layout" path="M 0 0 C 0.050 0.2 -0.050 0.4 0.020 0.6 C 0.070 0.8 -0.010 1.0 0.040 1.18 E" pathEditMode="relative" ptsTypes="">
                                      <p:cBhvr>
                                        <p:cTn id="105" dur="9000" fill="hold"/>
                                        <p:tgtEl>
                                          <p:spTgt spid="11"/>
                                        </p:tgtEl>
                                        <p:attrNameLst>
                                          <p:attrName>ppt_x</p:attrName>
                                          <p:attrName>ppt_y</p:attrName>
                                        </p:attrNameLst>
                                      </p:cBhvr>
                                    </p:animMotion>
                                  </p:childTnLst>
                                </p:cTn>
                              </p:par>
                              <p:par>
                                <p:cTn id="106" presetID="8" presetClass="emph" presetSubtype="0" repeatCount="indefinite" fill="hold" nodeType="withEffect">
                                  <p:stCondLst>
                                    <p:cond delay="5480"/>
                                  </p:stCondLst>
                                  <p:childTnLst>
                                    <p:animRot by="21600000">
                                      <p:cBhvr>
                                        <p:cTn id="107" dur="6300" fill="hold"/>
                                        <p:tgtEl>
                                          <p:spTgt spid="11"/>
                                        </p:tgtEl>
                                        <p:attrNameLst>
                                          <p:attrName>r</p:attrName>
                                        </p:attrNameLst>
                                      </p:cBhvr>
                                    </p:animRot>
                                  </p:childTnLst>
                                </p:cTn>
                              </p:par>
                              <p:par>
                                <p:cTn id="108" presetID="0" presetClass="path" presetSubtype="0" repeatCount="indefinite" fill="hold" nodeType="withEffect">
                                  <p:stCondLst>
                                    <p:cond delay="6700"/>
                                  </p:stCondLst>
                                  <p:childTnLst>
                                    <p:animMotion origin="layout" path="M 0 0 C -0.040 0.2 0.040 0.4 -0.016 0.6 C -0.056 0.8 0.008 1.0 -0.032 1.18 E" pathEditMode="relative" ptsTypes="">
                                      <p:cBhvr>
                                        <p:cTn id="109" dur="10200" fill="hold"/>
                                        <p:tgtEl>
                                          <p:spTgt spid="17"/>
                                        </p:tgtEl>
                                        <p:attrNameLst>
                                          <p:attrName>ppt_x</p:attrName>
                                          <p:attrName>ppt_y</p:attrName>
                                        </p:attrNameLst>
                                      </p:cBhvr>
                                    </p:animMotion>
                                  </p:childTnLst>
                                </p:cTn>
                              </p:par>
                              <p:par>
                                <p:cTn id="110" presetID="8" presetClass="emph" presetSubtype="0" repeatCount="indefinite" fill="hold" nodeType="withEffect">
                                  <p:stCondLst>
                                    <p:cond delay="6700"/>
                                  </p:stCondLst>
                                  <p:childTnLst>
                                    <p:animRot by="21600000">
                                      <p:cBhvr>
                                        <p:cTn id="111" dur="4500" fill="hold"/>
                                        <p:tgtEl>
                                          <p:spTgt spid="17"/>
                                        </p:tgtEl>
                                        <p:attrNameLst>
                                          <p:attrName>r</p:attrName>
                                        </p:attrNameLst>
                                      </p:cBhvr>
                                    </p:animRot>
                                  </p:childTnLst>
                                </p:cTn>
                              </p:par>
                              <p:par>
                                <p:cTn id="112" presetID="0" presetClass="path" presetSubtype="0" repeatCount="indefinite" fill="hold" nodeType="withEffect">
                                  <p:stCondLst>
                                    <p:cond delay="6850"/>
                                  </p:stCondLst>
                                  <p:childTnLst>
                                    <p:animMotion origin="layout" path="M 0 0 C -0.070 0.2 0.070 0.4 -0.028 0.6 C -0.098 0.8 0.014 1.0 -0.056 1.18 E" pathEditMode="relative" ptsTypes="">
                                      <p:cBhvr>
                                        <p:cTn id="113" dur="11500" fill="hold"/>
                                        <p:tgtEl>
                                          <p:spTgt spid="12"/>
                                        </p:tgtEl>
                                        <p:attrNameLst>
                                          <p:attrName>ppt_x</p:attrName>
                                          <p:attrName>ppt_y</p:attrName>
                                        </p:attrNameLst>
                                      </p:cBhvr>
                                    </p:animMotion>
                                  </p:childTnLst>
                                </p:cTn>
                              </p:par>
                              <p:par>
                                <p:cTn id="114" presetID="8" presetClass="emph" presetSubtype="0" repeatCount="indefinite" fill="hold" nodeType="withEffect">
                                  <p:stCondLst>
                                    <p:cond delay="6850"/>
                                  </p:stCondLst>
                                  <p:childTnLst>
                                    <p:animRot by="-21600000">
                                      <p:cBhvr>
                                        <p:cTn id="115" dur="4000" fill="hold"/>
                                        <p:tgtEl>
                                          <p:spTgt spid="1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4" grpId="0" animBg="1"/>
      <p:bldP spid="25" grpId="0" animBg="1"/>
      <p:bldP spid="27" grpId="0" animBg="1"/>
      <p:bldP spid="28" grpId="0" animBg="1"/>
      <p:bldP spid="3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hongdao" descr="Hoa trang trí">    </p:cNvPr>
          <p:cNvPicPr>
            <a:picLocks noChangeAspect="1"/>
          </p:cNvPicPr>
          <p:nvPr/>
        </p:nvPicPr>
        <p:blipFill>
          <a:blip r:embed="rId1"/>
          <a:stretch>
            <a:fillRect/>
          </a:stretch>
        </p:blipFill>
        <p:spPr>
          <a:xfrm>
            <a:off x="-685800" y="5029200"/>
            <a:ext cx="2377440" cy="2377440"/>
          </a:xfrm>
          <a:prstGeom prst="rect">
            <a:avLst/>
          </a:prstGeom>
        </p:spPr>
      </p:pic>
      <p:pic>
        <p:nvPicPr>
          <p:cNvPr id="3" name="!!hong" descr="Hoa trang trí">    </p:cNvPr>
          <p:cNvPicPr>
            <a:picLocks noChangeAspect="1"/>
          </p:cNvPicPr>
          <p:nvPr/>
        </p:nvPicPr>
        <p:blipFill>
          <a:blip r:embed="rId2"/>
          <a:stretch>
            <a:fillRect/>
          </a:stretch>
        </p:blipFill>
        <p:spPr>
          <a:xfrm>
            <a:off x="-1417320" y="3383280"/>
            <a:ext cx="4206240" cy="4206240"/>
          </a:xfrm>
          <a:prstGeom prst="rect">
            <a:avLst/>
          </a:prstGeom>
        </p:spPr>
      </p:pic>
      <p:pic>
        <p:nvPicPr>
          <p:cNvPr id="4" name="!!hongnho" descr="Hoa trang trí">    </p:cNvPr>
          <p:cNvPicPr>
            <a:picLocks noChangeAspect="1"/>
          </p:cNvPicPr>
          <p:nvPr/>
        </p:nvPicPr>
        <p:blipFill>
          <a:blip r:embed="rId3"/>
          <a:stretch>
            <a:fillRect/>
          </a:stretch>
        </p:blipFill>
        <p:spPr>
          <a:xfrm>
            <a:off x="-822960" y="-914400"/>
            <a:ext cx="2011680" cy="2011680"/>
          </a:xfrm>
          <a:prstGeom prst="rect">
            <a:avLst/>
          </a:prstGeom>
        </p:spPr>
      </p:pic>
      <p:pic>
        <p:nvPicPr>
          <p:cNvPr id="5" name="!!sen" descr="Hoa trang trí">    </p:cNvPr>
          <p:cNvPicPr>
            <a:picLocks noChangeAspect="1"/>
          </p:cNvPicPr>
          <p:nvPr/>
        </p:nvPicPr>
        <p:blipFill>
          <a:blip r:embed="rId4"/>
          <a:stretch>
            <a:fillRect/>
          </a:stretch>
        </p:blipFill>
        <p:spPr>
          <a:xfrm rot="-90000">
            <a:off x="8549640" y="3063240"/>
            <a:ext cx="4023360" cy="4023360"/>
          </a:xfrm>
          <a:prstGeom prst="rect">
            <a:avLst/>
          </a:prstGeom>
        </p:spPr>
      </p:pic>
      <p:pic>
        <p:nvPicPr>
          <p:cNvPr id="6" name="Lá 1" descr="Lá trang trí">    </p:cNvPr>
          <p:cNvPicPr>
            <a:picLocks noChangeAspect="1"/>
          </p:cNvPicPr>
          <p:nvPr/>
        </p:nvPicPr>
        <p:blipFill>
          <a:blip r:embed="rId5"/>
          <a:stretch>
            <a:fillRect/>
          </a:stretch>
        </p:blipFill>
        <p:spPr>
          <a:xfrm>
            <a:off x="11155680" y="548640"/>
            <a:ext cx="548640" cy="548640"/>
          </a:xfrm>
          <a:prstGeom prst="rect">
            <a:avLst/>
          </a:prstGeom>
        </p:spPr>
      </p:pic>
      <p:pic>
        <p:nvPicPr>
          <p:cNvPr id="7" name="Cánh hoa 1" descr="Cánh hoa">    </p:cNvPr>
          <p:cNvPicPr>
            <a:picLocks noChangeAspect="1"/>
          </p:cNvPicPr>
          <p:nvPr/>
        </p:nvPicPr>
        <p:blipFill>
          <a:blip r:embed="rId6"/>
          <a:stretch>
            <a:fillRect/>
          </a:stretch>
        </p:blipFill>
        <p:spPr>
          <a:xfrm>
            <a:off x="1920240" y="822960"/>
            <a:ext cx="329184" cy="329184"/>
          </a:xfrm>
          <a:prstGeom prst="rect">
            <a:avLst/>
          </a:prstGeom>
        </p:spPr>
      </p:pic>
      <p:pic>
        <p:nvPicPr>
          <p:cNvPr id="8" name="Logo" descr="Logo Công ty CP Cấp thoát nước – Công trình đô thị Hậu Giang">    </p:cNvPr>
          <p:cNvPicPr>
            <a:picLocks noChangeAspect="1"/>
          </p:cNvPicPr>
          <p:nvPr/>
        </p:nvPicPr>
        <p:blipFill>
          <a:blip r:embed="rId7"/>
          <a:stretch>
            <a:fillRect/>
          </a:stretch>
        </p:blipFill>
        <p:spPr>
          <a:xfrm>
            <a:off x="5666080" y="411480"/>
            <a:ext cx="859536" cy="859536"/>
          </a:xfrm>
          <a:prstGeom prst="rect">
            <a:avLst/>
          </a:prstGeom>
        </p:spPr>
      </p:pic>
      <p:sp>
        <p:nvSpPr>
          <p:cNvPr id="9" name="Chúc"/>
          <p:cNvSpPr txBox="1"/>
          <p:nvPr/>
        </p:nvSpPr>
        <p:spPr>
          <a:xfrm>
            <a:off x="1527048" y="1600200"/>
            <a:ext cx="9144000" cy="822960"/>
          </a:xfrm>
          <a:prstGeom prst="rect">
            <a:avLst/>
          </a:prstGeom>
          <a:noFill/>
          <a:ln/>
        </p:spPr>
        <p:txBody>
          <a:bodyPr wrap="square" lIns="0" tIns="0" rIns="0" bIns="0" rtlCol="0" anchor="ctr"/>
          <a:lstStyle/>
          <a:p>
            <a:pPr algn="ctr" indent="0" marL="0">
              <a:buNone/>
            </a:pPr>
            <a:r>
              <a:rPr lang="en-US" sz="4800" i="1" dirty="0">
                <a:solidFill>
                  <a:schemeClr val="tx2"/>
                </a:solidFill>
                <a:latin typeface="Cambria" pitchFamily="34" charset="0"/>
                <a:ea typeface="Cambria" pitchFamily="34" charset="-122"/>
                <a:cs typeface="Cambria" pitchFamily="34" charset="-120"/>
              </a:rPr>
              <a:t>Chúc các chị em</a:t>
            </a:r>
            <a:endParaRPr lang="en-US" sz="4800" dirty="0"/>
          </a:p>
        </p:txBody>
      </p:sp>
      <p:sp>
        <p:nvSpPr>
          <p:cNvPr id="10" name="Dòng 1"/>
          <p:cNvSpPr txBox="1"/>
          <p:nvPr/>
        </p:nvSpPr>
        <p:spPr>
          <a:xfrm>
            <a:off x="1527048" y="2468880"/>
            <a:ext cx="9144000" cy="960120"/>
          </a:xfrm>
          <a:prstGeom prst="rect">
            <a:avLst/>
          </a:prstGeom>
          <a:noFill/>
          <a:ln/>
        </p:spPr>
        <p:txBody>
          <a:bodyPr wrap="square" lIns="0" tIns="0" rIns="0" bIns="0" rtlCol="0" anchor="ctr"/>
          <a:lstStyle/>
          <a:p>
            <a:pPr algn="ctr" indent="0" marL="0">
              <a:buNone/>
            </a:pPr>
            <a:r>
              <a:rPr lang="en-US" sz="6000" b="1" dirty="0">
                <a:solidFill>
                  <a:schemeClr val="accent1"/>
                </a:solidFill>
                <a:latin typeface="Cambria" pitchFamily="34" charset="0"/>
                <a:ea typeface="Cambria" pitchFamily="34" charset="-122"/>
                <a:cs typeface="Cambria" pitchFamily="34" charset="-120"/>
              </a:rPr>
              <a:t>Luôn xinh đẹp, hạnh phúc</a:t>
            </a:r>
            <a:endParaRPr lang="en-US" sz="6000" dirty="0"/>
          </a:p>
        </p:txBody>
      </p:sp>
      <p:sp>
        <p:nvSpPr>
          <p:cNvPr id="11" name="Dòng 2"/>
          <p:cNvSpPr txBox="1"/>
          <p:nvPr/>
        </p:nvSpPr>
        <p:spPr>
          <a:xfrm>
            <a:off x="1527048" y="3429000"/>
            <a:ext cx="9144000" cy="960120"/>
          </a:xfrm>
          <a:prstGeom prst="rect">
            <a:avLst/>
          </a:prstGeom>
          <a:noFill/>
          <a:ln/>
        </p:spPr>
        <p:txBody>
          <a:bodyPr wrap="square" lIns="0" tIns="0" rIns="0" bIns="0" rtlCol="0" anchor="ctr"/>
          <a:lstStyle/>
          <a:p>
            <a:pPr algn="ctr" indent="0" marL="0">
              <a:buNone/>
            </a:pPr>
            <a:r>
              <a:rPr lang="en-US" sz="6000" b="1" dirty="0">
                <a:solidFill>
                  <a:schemeClr val="tx2"/>
                </a:solidFill>
                <a:latin typeface="Cambria" pitchFamily="34" charset="0"/>
                <a:ea typeface="Cambria" pitchFamily="34" charset="-122"/>
                <a:cs typeface="Cambria" pitchFamily="34" charset="-120"/>
              </a:rPr>
              <a:t>và thành công!</a:t>
            </a:r>
            <a:endParaRPr lang="en-US" sz="6000" dirty="0"/>
          </a:p>
        </p:txBody>
      </p:sp>
      <p:pic>
        <p:nvPicPr>
          <p:cNvPr id="12" name="Trái tim" descr="Trái tim">    </p:cNvPr>
          <p:cNvPicPr>
            <a:picLocks noChangeAspect="1"/>
          </p:cNvPicPr>
          <p:nvPr/>
        </p:nvPicPr>
        <p:blipFill>
          <a:blip r:embed="rId8"/>
          <a:stretch>
            <a:fillRect/>
          </a:stretch>
        </p:blipFill>
        <p:spPr>
          <a:xfrm>
            <a:off x="5821528" y="4617720"/>
            <a:ext cx="548640" cy="548640"/>
          </a:xfrm>
          <a:prstGeom prst="rect">
            <a:avLst/>
          </a:prstGeom>
        </p:spPr>
      </p:pic>
      <p:sp>
        <p:nvSpPr>
          <p:cNvPr id="13" name="Lời kết"/>
          <p:cNvSpPr txBox="1"/>
          <p:nvPr/>
        </p:nvSpPr>
        <p:spPr>
          <a:xfrm>
            <a:off x="1527048" y="5349240"/>
            <a:ext cx="9144000" cy="548640"/>
          </a:xfrm>
          <a:prstGeom prst="rect">
            <a:avLst/>
          </a:prstGeom>
          <a:noFill/>
          <a:ln/>
        </p:spPr>
        <p:txBody>
          <a:bodyPr wrap="square" lIns="0" tIns="0" rIns="0" bIns="0" rtlCol="0" anchor="ctr"/>
          <a:lstStyle/>
          <a:p>
            <a:pPr algn="ctr" indent="0" marL="0">
              <a:buNone/>
            </a:pPr>
            <a:r>
              <a:rPr lang="en-US" sz="2000" i="1" dirty="0">
                <a:solidFill>
                  <a:schemeClr val="tx1"/>
                </a:solidFill>
              </a:rPr>
              <a:t>HAWASUCO trân trọng!</a:t>
            </a:r>
            <a:endParaRPr lang="en-US" sz="2000" dirty="0"/>
          </a:p>
        </p:txBody>
      </p:sp>
      <p:pic>
        <p:nvPicPr>
          <p:cNvPr id="15" name="Cánh hoa rơi 1" descr="Cánh hoa rơi">    </p:cNvPr>
          <p:cNvPicPr>
            <a:picLocks noChangeAspect="1"/>
          </p:cNvPicPr>
          <p:nvPr/>
        </p:nvPicPr>
        <p:blipFill>
          <a:blip r:embed="rId9"/>
          <a:stretch>
            <a:fillRect/>
          </a:stretch>
        </p:blipFill>
        <p:spPr>
          <a:xfrm>
            <a:off x="548640" y="-822960"/>
            <a:ext cx="384048" cy="384048"/>
          </a:xfrm>
          <a:prstGeom prst="rect">
            <a:avLst/>
          </a:prstGeom>
        </p:spPr>
      </p:pic>
      <p:pic>
        <p:nvPicPr>
          <p:cNvPr id="16" name="Cánh hoa rơi 2" descr="Cánh hoa rơi">    </p:cNvPr>
          <p:cNvPicPr>
            <a:picLocks noChangeAspect="1"/>
          </p:cNvPicPr>
          <p:nvPr/>
        </p:nvPicPr>
        <p:blipFill>
          <a:blip r:embed="rId10"/>
          <a:stretch>
            <a:fillRect/>
          </a:stretch>
        </p:blipFill>
        <p:spPr>
          <a:xfrm>
            <a:off x="1737360" y="-822960"/>
            <a:ext cx="310896" cy="310896"/>
          </a:xfrm>
          <a:prstGeom prst="rect">
            <a:avLst/>
          </a:prstGeom>
        </p:spPr>
      </p:pic>
      <p:pic>
        <p:nvPicPr>
          <p:cNvPr id="17" name="Cánh hoa rơi 3" descr="Cánh hoa rơi">    </p:cNvPr>
          <p:cNvPicPr>
            <a:picLocks noChangeAspect="1"/>
          </p:cNvPicPr>
          <p:nvPr/>
        </p:nvPicPr>
        <p:blipFill>
          <a:blip r:embed="rId11"/>
          <a:stretch>
            <a:fillRect/>
          </a:stretch>
        </p:blipFill>
        <p:spPr>
          <a:xfrm>
            <a:off x="2834640" y="-822960"/>
            <a:ext cx="420624" cy="420624"/>
          </a:xfrm>
          <a:prstGeom prst="rect">
            <a:avLst/>
          </a:prstGeom>
        </p:spPr>
      </p:pic>
      <p:pic>
        <p:nvPicPr>
          <p:cNvPr id="18" name="Cánh hoa rơi 4" descr="Cánh hoa rơi">    </p:cNvPr>
          <p:cNvPicPr>
            <a:picLocks noChangeAspect="1"/>
          </p:cNvPicPr>
          <p:nvPr/>
        </p:nvPicPr>
        <p:blipFill>
          <a:blip r:embed="rId12"/>
          <a:stretch>
            <a:fillRect/>
          </a:stretch>
        </p:blipFill>
        <p:spPr>
          <a:xfrm>
            <a:off x="3931920" y="-822960"/>
            <a:ext cx="329184" cy="329184"/>
          </a:xfrm>
          <a:prstGeom prst="rect">
            <a:avLst/>
          </a:prstGeom>
        </p:spPr>
      </p:pic>
      <p:pic>
        <p:nvPicPr>
          <p:cNvPr id="19" name="Cánh hoa rơi 5" descr="Cánh hoa rơi">    </p:cNvPr>
          <p:cNvPicPr>
            <a:picLocks noChangeAspect="1"/>
          </p:cNvPicPr>
          <p:nvPr/>
        </p:nvPicPr>
        <p:blipFill>
          <a:blip r:embed="rId13"/>
          <a:stretch>
            <a:fillRect/>
          </a:stretch>
        </p:blipFill>
        <p:spPr>
          <a:xfrm>
            <a:off x="5120640" y="-822960"/>
            <a:ext cx="274320" cy="274320"/>
          </a:xfrm>
          <a:prstGeom prst="rect">
            <a:avLst/>
          </a:prstGeom>
        </p:spPr>
      </p:pic>
      <p:pic>
        <p:nvPicPr>
          <p:cNvPr id="20" name="Cánh hoa rơi 6" descr="Cánh hoa rơi">    </p:cNvPr>
          <p:cNvPicPr>
            <a:picLocks noChangeAspect="1"/>
          </p:cNvPicPr>
          <p:nvPr/>
        </p:nvPicPr>
        <p:blipFill>
          <a:blip r:embed="rId14"/>
          <a:stretch>
            <a:fillRect/>
          </a:stretch>
        </p:blipFill>
        <p:spPr>
          <a:xfrm>
            <a:off x="6217920" y="-822960"/>
            <a:ext cx="402336" cy="402336"/>
          </a:xfrm>
          <a:prstGeom prst="rect">
            <a:avLst/>
          </a:prstGeom>
        </p:spPr>
      </p:pic>
      <p:pic>
        <p:nvPicPr>
          <p:cNvPr id="21" name="Cánh hoa rơi 7" descr="Cánh hoa rơi">    </p:cNvPr>
          <p:cNvPicPr>
            <a:picLocks noChangeAspect="1"/>
          </p:cNvPicPr>
          <p:nvPr/>
        </p:nvPicPr>
        <p:blipFill>
          <a:blip r:embed="rId15"/>
          <a:stretch>
            <a:fillRect/>
          </a:stretch>
        </p:blipFill>
        <p:spPr>
          <a:xfrm>
            <a:off x="7315200" y="-822960"/>
            <a:ext cx="310896" cy="310896"/>
          </a:xfrm>
          <a:prstGeom prst="rect">
            <a:avLst/>
          </a:prstGeom>
        </p:spPr>
      </p:pic>
      <p:pic>
        <p:nvPicPr>
          <p:cNvPr id="22" name="Cánh hoa rơi 8" descr="Cánh hoa rơi">    </p:cNvPr>
          <p:cNvPicPr>
            <a:picLocks noChangeAspect="1"/>
          </p:cNvPicPr>
          <p:nvPr/>
        </p:nvPicPr>
        <p:blipFill>
          <a:blip r:embed="rId16"/>
          <a:stretch>
            <a:fillRect/>
          </a:stretch>
        </p:blipFill>
        <p:spPr>
          <a:xfrm>
            <a:off x="8321040" y="-822960"/>
            <a:ext cx="365760" cy="365760"/>
          </a:xfrm>
          <a:prstGeom prst="rect">
            <a:avLst/>
          </a:prstGeom>
        </p:spPr>
      </p:pic>
      <p:pic>
        <p:nvPicPr>
          <p:cNvPr id="23" name="Cánh hoa rơi 9" descr="Cánh hoa rơi">    </p:cNvPr>
          <p:cNvPicPr>
            <a:picLocks noChangeAspect="1"/>
          </p:cNvPicPr>
          <p:nvPr/>
        </p:nvPicPr>
        <p:blipFill>
          <a:blip r:embed="rId17"/>
          <a:stretch>
            <a:fillRect/>
          </a:stretch>
        </p:blipFill>
        <p:spPr>
          <a:xfrm>
            <a:off x="9418320" y="-822960"/>
            <a:ext cx="329184" cy="329184"/>
          </a:xfrm>
          <a:prstGeom prst="rect">
            <a:avLst/>
          </a:prstGeom>
        </p:spPr>
      </p:pic>
      <p:pic>
        <p:nvPicPr>
          <p:cNvPr id="24" name="Cánh hoa rơi 10" descr="Cánh hoa rơi">    </p:cNvPr>
          <p:cNvPicPr>
            <a:picLocks noChangeAspect="1"/>
          </p:cNvPicPr>
          <p:nvPr/>
        </p:nvPicPr>
        <p:blipFill>
          <a:blip r:embed="rId18"/>
          <a:stretch>
            <a:fillRect/>
          </a:stretch>
        </p:blipFill>
        <p:spPr>
          <a:xfrm>
            <a:off x="10424160" y="-822960"/>
            <a:ext cx="384048" cy="384048"/>
          </a:xfrm>
          <a:prstGeom prst="rect">
            <a:avLst/>
          </a:prstGeom>
        </p:spPr>
      </p:pic>
      <p:pic>
        <p:nvPicPr>
          <p:cNvPr id="25" name="Cánh hoa rơi 11" descr="Cánh hoa rơi">    </p:cNvPr>
          <p:cNvPicPr>
            <a:picLocks noChangeAspect="1"/>
          </p:cNvPicPr>
          <p:nvPr/>
        </p:nvPicPr>
        <p:blipFill>
          <a:blip r:embed="rId19"/>
          <a:stretch>
            <a:fillRect/>
          </a:stretch>
        </p:blipFill>
        <p:spPr>
          <a:xfrm>
            <a:off x="11430000" y="-822960"/>
            <a:ext cx="292608" cy="292608"/>
          </a:xfrm>
          <a:prstGeom prst="rect">
            <a:avLst/>
          </a:prstGeom>
        </p:spPr>
      </p:pic>
      <p:pic>
        <p:nvPicPr>
          <p:cNvPr id="26" name="Cánh hoa rơi 12" descr="Cánh hoa rơi">    </p:cNvPr>
          <p:cNvPicPr>
            <a:picLocks noChangeAspect="1"/>
          </p:cNvPicPr>
          <p:nvPr/>
        </p:nvPicPr>
        <p:blipFill>
          <a:blip r:embed="rId20"/>
          <a:stretch>
            <a:fillRect/>
          </a:stretch>
        </p:blipFill>
        <p:spPr>
          <a:xfrm>
            <a:off x="6766560" y="-822960"/>
            <a:ext cx="274320" cy="274320"/>
          </a:xfrm>
          <a:prstGeom prst="rect">
            <a:avLst/>
          </a:prstGeom>
        </p:spPr>
      </p:pic>
      <p:pic>
        <p:nvPicPr>
          <p:cNvPr id="27" name="Lá rơi 1" descr="Cánh hoa rơi">    </p:cNvPr>
          <p:cNvPicPr>
            <a:picLocks noChangeAspect="1"/>
          </p:cNvPicPr>
          <p:nvPr/>
        </p:nvPicPr>
        <p:blipFill>
          <a:blip r:embed="rId21"/>
          <a:stretch>
            <a:fillRect/>
          </a:stretch>
        </p:blipFill>
        <p:spPr>
          <a:xfrm>
            <a:off x="2286000" y="-822960"/>
            <a:ext cx="502920" cy="502920"/>
          </a:xfrm>
          <a:prstGeom prst="rect">
            <a:avLst/>
          </a:prstGeom>
        </p:spPr>
      </p:pic>
      <p:pic>
        <p:nvPicPr>
          <p:cNvPr id="28" name="Lá rơi 2" descr="Cánh hoa rơi">    </p:cNvPr>
          <p:cNvPicPr>
            <a:picLocks noChangeAspect="1"/>
          </p:cNvPicPr>
          <p:nvPr/>
        </p:nvPicPr>
        <p:blipFill>
          <a:blip r:embed="rId22"/>
          <a:stretch>
            <a:fillRect/>
          </a:stretch>
        </p:blipFill>
        <p:spPr>
          <a:xfrm>
            <a:off x="8046720" y="-822960"/>
            <a:ext cx="457200" cy="457200"/>
          </a:xfrm>
          <a:prstGeom prst="rect">
            <a:avLst/>
          </a:prstGeom>
        </p:spPr>
      </p:pic>
      <p:pic>
        <p:nvPicPr>
          <p:cNvPr id="29" name="Lá rơi 3" descr="Cánh hoa rơi">    </p:cNvPr>
          <p:cNvPicPr>
            <a:picLocks noChangeAspect="1"/>
          </p:cNvPicPr>
          <p:nvPr/>
        </p:nvPicPr>
        <p:blipFill>
          <a:blip r:embed="rId23"/>
          <a:stretch>
            <a:fillRect/>
          </a:stretch>
        </p:blipFill>
        <p:spPr>
          <a:xfrm>
            <a:off x="10972800" y="-822960"/>
            <a:ext cx="438912" cy="43891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8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repeatCount="indefinite" fill="hold" nodeType="withEffect">
                                  <p:stCondLst>
                                    <p:cond delay="0"/>
                                  </p:stCondLst>
                                  <p:childTnLst>
                                    <p:animMotion origin="layout" path="M 0 0 C 0.060 0.2 -0.060 0.4 0.024 0.6 C 0.084 0.8 -0.012 1.0 0.048 1.18 E" pathEditMode="relative" ptsTypes="">
                                      <p:cBhvr>
                                        <p:cTn id="6" dur="11000" fill="hold"/>
                                        <p:tgtEl>
                                          <p:spTgt spid="15"/>
                                        </p:tgtEl>
                                        <p:attrNameLst>
                                          <p:attrName>ppt_x</p:attrName>
                                          <p:attrName>ppt_y</p:attrName>
                                        </p:attrNameLst>
                                      </p:cBhvr>
                                    </p:animMotion>
                                  </p:childTnLst>
                                </p:cTn>
                              </p:par>
                              <p:par>
                                <p:cTn id="7" presetID="8" presetClass="emph" presetSubtype="0" repeatCount="indefinite" fill="hold" nodeType="withEffect">
                                  <p:stCondLst>
                                    <p:cond delay="0"/>
                                  </p:stCondLst>
                                  <p:childTnLst>
                                    <p:animRot by="21600000">
                                      <p:cBhvr>
                                        <p:cTn id="8" dur="3500" fill="hold"/>
                                        <p:tgtEl>
                                          <p:spTgt spid="15"/>
                                        </p:tgtEl>
                                        <p:attrNameLst>
                                          <p:attrName>r</p:attrName>
                                        </p:attrNameLst>
                                      </p:cBhvr>
                                    </p:animRot>
                                  </p:childTnLst>
                                </p:cTn>
                              </p:par>
                              <p:par>
                                <p:cTn id="9" presetID="53" presetClass="entr" presetSubtype="16" fill="hold" nodeType="withEffect">
                                  <p:stCondLst>
                                    <p:cond delay="300"/>
                                  </p:stCondLst>
                                  <p:childTnLst>
                                    <p:set>
                                      <p:cBhvr>
                                        <p:cTn id="10" dur="1" fill="hold">
                                          <p:stCondLst>
                                            <p:cond delay="0"/>
                                          </p:stCondLst>
                                        </p:cTn>
                                        <p:tgtEl>
                                          <p:spTgt spid="8"/>
                                        </p:tgtEl>
                                        <p:attrNameLst>
                                          <p:attrName>style.visibility</p:attrName>
                                        </p:attrNameLst>
                                      </p:cBhvr>
                                      <p:to>
                                        <p:strVal val="visible"/>
                                      </p:to>
                                    </p:set>
                                    <p:anim calcmode="lin" valueType="num">
                                      <p:cBhvr>
                                        <p:cTn id="11" dur="500" fill="hold"/>
                                        <p:tgtEl>
                                          <p:spTgt spid="8"/>
                                        </p:tgtEl>
                                        <p:attrNameLst>
                                          <p:attrName>ppt_w</p:attrName>
                                        </p:attrNameLst>
                                      </p:cBhvr>
                                      <p:tavLst>
                                        <p:tav tm="0">
                                          <p:val>
                                            <p:fltVal val="0"/>
                                          </p:val>
                                        </p:tav>
                                        <p:tav tm="100000">
                                          <p:val>
                                            <p:strVal val="#ppt_w"/>
                                          </p:val>
                                        </p:tav>
                                      </p:tavLst>
                                    </p:anim>
                                    <p:anim calcmode="lin" valueType="num">
                                      <p:cBhvr>
                                        <p:cTn id="12" dur="500" fill="hold"/>
                                        <p:tgtEl>
                                          <p:spTgt spid="8"/>
                                        </p:tgtEl>
                                        <p:attrNameLst>
                                          <p:attrName>ppt_h</p:attrName>
                                        </p:attrNameLst>
                                      </p:cBhvr>
                                      <p:tavLst>
                                        <p:tav tm="0">
                                          <p:val>
                                            <p:fltVal val="0"/>
                                          </p:val>
                                        </p:tav>
                                        <p:tav tm="100000">
                                          <p:val>
                                            <p:strVal val="#ppt_h"/>
                                          </p:val>
                                        </p:tav>
                                      </p:tavLst>
                                    </p:anim>
                                    <p:animEffect transition="in" filter="fade">
                                      <p:cBhvr>
                                        <p:cTn id="13" dur="500"/>
                                        <p:tgtEl>
                                          <p:spTgt spid="8"/>
                                        </p:tgtEl>
                                      </p:cBhvr>
                                    </p:animEffect>
                                  </p:childTnLst>
                                </p:cTn>
                              </p:par>
                              <p:par>
                                <p:cTn id="14" presetID="22" presetClass="entr" presetSubtype="8" fill="hold" grpId="0" nodeType="withEffect">
                                  <p:stCondLst>
                                    <p:cond delay="70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900"/>
                                        <p:tgtEl>
                                          <p:spTgt spid="9"/>
                                        </p:tgtEl>
                                      </p:cBhvr>
                                    </p:animEffect>
                                  </p:childTnLst>
                                </p:cTn>
                              </p:par>
                              <p:par>
                                <p:cTn id="17" presetID="0" presetClass="path" presetSubtype="0" repeatCount="indefinite" fill="hold" nodeType="withEffect">
                                  <p:stCondLst>
                                    <p:cond delay="1070"/>
                                  </p:stCondLst>
                                  <p:childTnLst>
                                    <p:animMotion origin="layout" path="M 0 0 C 0.040 0.2 -0.040 0.4 0.016 0.6 C 0.056 0.8 -0.008 1.0 0.032 1.18 E" pathEditMode="relative" ptsTypes="">
                                      <p:cBhvr>
                                        <p:cTn id="18" dur="9300" fill="hold"/>
                                        <p:tgtEl>
                                          <p:spTgt spid="26"/>
                                        </p:tgtEl>
                                        <p:attrNameLst>
                                          <p:attrName>ppt_x</p:attrName>
                                          <p:attrName>ppt_y</p:attrName>
                                        </p:attrNameLst>
                                      </p:cBhvr>
                                    </p:animMotion>
                                  </p:childTnLst>
                                </p:cTn>
                              </p:par>
                              <p:par>
                                <p:cTn id="19" presetID="8" presetClass="emph" presetSubtype="0" repeatCount="indefinite" fill="hold" nodeType="withEffect">
                                  <p:stCondLst>
                                    <p:cond delay="1070"/>
                                  </p:stCondLst>
                                  <p:childTnLst>
                                    <p:animRot by="-21600000">
                                      <p:cBhvr>
                                        <p:cTn id="20" dur="5200" fill="hold"/>
                                        <p:tgtEl>
                                          <p:spTgt spid="26"/>
                                        </p:tgtEl>
                                        <p:attrNameLst>
                                          <p:attrName>r</p:attrName>
                                        </p:attrNameLst>
                                      </p:cBhvr>
                                    </p:animRot>
                                  </p:childTnLst>
                                </p:cTn>
                              </p:par>
                              <p:par>
                                <p:cTn id="21" presetID="0" presetClass="path" presetSubtype="0" repeatCount="indefinite" fill="hold" nodeType="withEffect">
                                  <p:stCondLst>
                                    <p:cond delay="1220"/>
                                  </p:stCondLst>
                                  <p:childTnLst>
                                    <p:animMotion origin="layout" path="M 0 0 C 0.060 0.2 -0.060 0.4 0.024 0.6 C 0.084 0.8 -0.012 1.0 0.048 1.18 E" pathEditMode="relative" ptsTypes="">
                                      <p:cBhvr>
                                        <p:cTn id="22" dur="10500" fill="hold"/>
                                        <p:tgtEl>
                                          <p:spTgt spid="21"/>
                                        </p:tgtEl>
                                        <p:attrNameLst>
                                          <p:attrName>ppt_x</p:attrName>
                                          <p:attrName>ppt_y</p:attrName>
                                        </p:attrNameLst>
                                      </p:cBhvr>
                                    </p:animMotion>
                                  </p:childTnLst>
                                </p:cTn>
                              </p:par>
                              <p:par>
                                <p:cTn id="23" presetID="8" presetClass="emph" presetSubtype="0" repeatCount="indefinite" fill="hold" nodeType="withEffect">
                                  <p:stCondLst>
                                    <p:cond delay="1220"/>
                                  </p:stCondLst>
                                  <p:childTnLst>
                                    <p:animRot by="21600000">
                                      <p:cBhvr>
                                        <p:cTn id="24" dur="4700" fill="hold"/>
                                        <p:tgtEl>
                                          <p:spTgt spid="21"/>
                                        </p:tgtEl>
                                        <p:attrNameLst>
                                          <p:attrName>r</p:attrName>
                                        </p:attrNameLst>
                                      </p:cBhvr>
                                    </p:animRot>
                                  </p:childTnLst>
                                </p:cTn>
                              </p:par>
                              <p:par>
                                <p:cTn id="25" presetID="0" presetClass="path" presetSubtype="0" repeatCount="indefinite" fill="hold" nodeType="withEffect">
                                  <p:stCondLst>
                                    <p:cond delay="1370"/>
                                  </p:stCondLst>
                                  <p:childTnLst>
                                    <p:animMotion origin="layout" path="M 0 0 C -0.040 0.2 0.040 0.4 -0.016 0.6 C -0.056 0.8 0.008 1.0 -0.032 1.18 E" pathEditMode="relative" ptsTypes="">
                                      <p:cBhvr>
                                        <p:cTn id="26" dur="9500" fill="hold"/>
                                        <p:tgtEl>
                                          <p:spTgt spid="16"/>
                                        </p:tgtEl>
                                        <p:attrNameLst>
                                          <p:attrName>ppt_x</p:attrName>
                                          <p:attrName>ppt_y</p:attrName>
                                        </p:attrNameLst>
                                      </p:cBhvr>
                                    </p:animMotion>
                                  </p:childTnLst>
                                </p:cTn>
                              </p:par>
                              <p:par>
                                <p:cTn id="27" presetID="8" presetClass="emph" presetSubtype="0" repeatCount="indefinite" fill="hold" nodeType="withEffect">
                                  <p:stCondLst>
                                    <p:cond delay="1370"/>
                                  </p:stCondLst>
                                  <p:childTnLst>
                                    <p:animRot by="-21600000">
                                      <p:cBhvr>
                                        <p:cTn id="28" dur="4200" fill="hold"/>
                                        <p:tgtEl>
                                          <p:spTgt spid="16"/>
                                        </p:tgtEl>
                                        <p:attrNameLst>
                                          <p:attrName>r</p:attrName>
                                        </p:attrNameLst>
                                      </p:cBhvr>
                                    </p:animRot>
                                  </p:childTnLst>
                                </p:cTn>
                              </p:par>
                              <p:par>
                                <p:cTn id="29" presetID="0" presetClass="path" presetSubtype="0" repeatCount="indefinite" fill="hold" nodeType="withEffect">
                                  <p:stCondLst>
                                    <p:cond delay="1500"/>
                                  </p:stCondLst>
                                  <p:childTnLst>
                                    <p:animMotion origin="layout" path="M 0 0 C 0.100 0.2 -0.100 0.4 0.040 0.6 C 0.140 0.8 -0.020 1.0 0.080 1.18 E" pathEditMode="relative" ptsTypes="">
                                      <p:cBhvr>
                                        <p:cTn id="30" dur="13000" fill="hold"/>
                                        <p:tgtEl>
                                          <p:spTgt spid="27"/>
                                        </p:tgtEl>
                                        <p:attrNameLst>
                                          <p:attrName>ppt_x</p:attrName>
                                          <p:attrName>ppt_y</p:attrName>
                                        </p:attrNameLst>
                                      </p:cBhvr>
                                    </p:animMotion>
                                  </p:childTnLst>
                                </p:cTn>
                              </p:par>
                              <p:par>
                                <p:cTn id="31" presetID="8" presetClass="emph" presetSubtype="0" repeatCount="indefinite" fill="hold" nodeType="withEffect">
                                  <p:stCondLst>
                                    <p:cond delay="1500"/>
                                  </p:stCondLst>
                                  <p:childTnLst>
                                    <p:animRot by="21600000">
                                      <p:cBhvr>
                                        <p:cTn id="32" dur="3500" fill="hold"/>
                                        <p:tgtEl>
                                          <p:spTgt spid="27"/>
                                        </p:tgtEl>
                                        <p:attrNameLst>
                                          <p:attrName>r</p:attrName>
                                        </p:attrNameLst>
                                      </p:cBhvr>
                                    </p:animRot>
                                  </p:childTnLst>
                                </p:cTn>
                              </p:par>
                              <p:par>
                                <p:cTn id="33" presetID="53" presetClass="entr" presetSubtype="16" fill="hold" grpId="0" nodeType="withEffect">
                                  <p:stCondLst>
                                    <p:cond delay="1500"/>
                                  </p:stCondLst>
                                  <p:childTnLst>
                                    <p:set>
                                      <p:cBhvr>
                                        <p:cTn id="34" dur="1" fill="hold">
                                          <p:stCondLst>
                                            <p:cond delay="0"/>
                                          </p:stCondLst>
                                        </p:cTn>
                                        <p:tgtEl>
                                          <p:spTgt spid="10"/>
                                        </p:tgtEl>
                                        <p:attrNameLst>
                                          <p:attrName>style.visibility</p:attrName>
                                        </p:attrNameLst>
                                      </p:cBhvr>
                                      <p:to>
                                        <p:strVal val="visible"/>
                                      </p:to>
                                    </p:set>
                                    <p:anim calcmode="lin" valueType="num">
                                      <p:cBhvr>
                                        <p:cTn id="35" dur="700" fill="hold"/>
                                        <p:tgtEl>
                                          <p:spTgt spid="10"/>
                                        </p:tgtEl>
                                        <p:attrNameLst>
                                          <p:attrName>ppt_w</p:attrName>
                                        </p:attrNameLst>
                                      </p:cBhvr>
                                      <p:tavLst>
                                        <p:tav tm="0">
                                          <p:val>
                                            <p:fltVal val="0"/>
                                          </p:val>
                                        </p:tav>
                                        <p:tav tm="100000">
                                          <p:val>
                                            <p:strVal val="#ppt_w"/>
                                          </p:val>
                                        </p:tav>
                                      </p:tavLst>
                                    </p:anim>
                                    <p:anim calcmode="lin" valueType="num">
                                      <p:cBhvr>
                                        <p:cTn id="36" dur="700" fill="hold"/>
                                        <p:tgtEl>
                                          <p:spTgt spid="10"/>
                                        </p:tgtEl>
                                        <p:attrNameLst>
                                          <p:attrName>ppt_h</p:attrName>
                                        </p:attrNameLst>
                                      </p:cBhvr>
                                      <p:tavLst>
                                        <p:tav tm="0">
                                          <p:val>
                                            <p:fltVal val="0"/>
                                          </p:val>
                                        </p:tav>
                                        <p:tav tm="100000">
                                          <p:val>
                                            <p:strVal val="#ppt_h"/>
                                          </p:val>
                                        </p:tav>
                                      </p:tavLst>
                                    </p:anim>
                                    <p:animEffect transition="in" filter="fade">
                                      <p:cBhvr>
                                        <p:cTn id="37" dur="700"/>
                                        <p:tgtEl>
                                          <p:spTgt spid="10"/>
                                        </p:tgtEl>
                                      </p:cBhvr>
                                    </p:animEffect>
                                  </p:childTnLst>
                                </p:cTn>
                              </p:par>
                              <p:par>
                                <p:cTn id="38" presetID="8" presetClass="emph" presetSubtype="0" repeatCount="indefinite" fill="hold" nodeType="withEffect">
                                  <p:stCondLst>
                                    <p:cond delay="1800"/>
                                  </p:stCondLst>
                                  <p:childTnLst>
                                    <p:animRot by="21600000">
                                      <p:cBhvr>
                                        <p:cTn id="39" dur="60000" fill="hold"/>
                                        <p:tgtEl>
                                          <p:spTgt spid="3"/>
                                        </p:tgtEl>
                                        <p:attrNameLst>
                                          <p:attrName>r</p:attrName>
                                        </p:attrNameLst>
                                      </p:cBhvr>
                                    </p:animRot>
                                  </p:childTnLst>
                                </p:cTn>
                              </p:par>
                              <p:par>
                                <p:cTn id="40" presetID="8" presetClass="emph" presetSubtype="0" repeatCount="indefinite" fill="hold" nodeType="withEffect">
                                  <p:stCondLst>
                                    <p:cond delay="1800"/>
                                  </p:stCondLst>
                                  <p:childTnLst>
                                    <p:animRot by="-21600000">
                                      <p:cBhvr>
                                        <p:cTn id="41" dur="45000" fill="hold"/>
                                        <p:tgtEl>
                                          <p:spTgt spid="2"/>
                                        </p:tgtEl>
                                        <p:attrNameLst>
                                          <p:attrName>r</p:attrName>
                                        </p:attrNameLst>
                                      </p:cBhvr>
                                    </p:animRot>
                                  </p:childTnLst>
                                </p:cTn>
                              </p:par>
                              <p:par>
                                <p:cTn id="42" presetID="8" presetClass="emph" presetSubtype="0" repeatCount="indefinite" fill="hold" nodeType="withEffect">
                                  <p:stCondLst>
                                    <p:cond delay="1800"/>
                                  </p:stCondLst>
                                  <p:childTnLst>
                                    <p:animRot by="21600000">
                                      <p:cBhvr>
                                        <p:cTn id="43" dur="50000" fill="hold"/>
                                        <p:tgtEl>
                                          <p:spTgt spid="4"/>
                                        </p:tgtEl>
                                        <p:attrNameLst>
                                          <p:attrName>r</p:attrName>
                                        </p:attrNameLst>
                                      </p:cBhvr>
                                    </p:animRot>
                                  </p:childTnLst>
                                </p:cTn>
                              </p:par>
                              <p:par>
                                <p:cTn id="44" presetID="8" presetClass="emph" presetSubtype="0" repeatCount="indefinite" autoRev="1" fill="hold" nodeType="withEffect">
                                  <p:stCondLst>
                                    <p:cond delay="1800"/>
                                  </p:stCondLst>
                                  <p:childTnLst>
                                    <p:animRot by="180000">
                                      <p:cBhvr>
                                        <p:cTn id="45" dur="2600" fill="hold"/>
                                        <p:tgtEl>
                                          <p:spTgt spid="5"/>
                                        </p:tgtEl>
                                        <p:attrNameLst>
                                          <p:attrName>r</p:attrName>
                                        </p:attrNameLst>
                                      </p:cBhvr>
                                    </p:animRot>
                                  </p:childTnLst>
                                </p:cTn>
                              </p:par>
                              <p:par>
                                <p:cTn id="46" presetID="42" presetClass="entr" presetSubtype="0" fill="hold" grpId="0" nodeType="withEffect">
                                  <p:stCondLst>
                                    <p:cond delay="210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700"/>
                                        <p:tgtEl>
                                          <p:spTgt spid="11"/>
                                        </p:tgtEl>
                                      </p:cBhvr>
                                    </p:animEffect>
                                    <p:anim calcmode="lin" valueType="num">
                                      <p:cBhvr>
                                        <p:cTn id="49" dur="700" fill="hold"/>
                                        <p:tgtEl>
                                          <p:spTgt spid="11"/>
                                        </p:tgtEl>
                                        <p:attrNameLst>
                                          <p:attrName>ppt_x</p:attrName>
                                        </p:attrNameLst>
                                      </p:cBhvr>
                                      <p:tavLst>
                                        <p:tav tm="0">
                                          <p:val>
                                            <p:strVal val="#ppt_x"/>
                                          </p:val>
                                        </p:tav>
                                        <p:tav tm="100000">
                                          <p:val>
                                            <p:strVal val="#ppt_x"/>
                                          </p:val>
                                        </p:tav>
                                      </p:tavLst>
                                    </p:anim>
                                    <p:anim calcmode="lin" valueType="num">
                                      <p:cBhvr>
                                        <p:cTn id="50" dur="700" fill="hold"/>
                                        <p:tgtEl>
                                          <p:spTgt spid="11"/>
                                        </p:tgtEl>
                                        <p:attrNameLst>
                                          <p:attrName>ppt_y</p:attrName>
                                        </p:attrNameLst>
                                      </p:cBhvr>
                                      <p:tavLst>
                                        <p:tav tm="0">
                                          <p:val>
                                            <p:strVal val="#ppt_y+.1"/>
                                          </p:val>
                                        </p:tav>
                                        <p:tav tm="100000">
                                          <p:val>
                                            <p:strVal val="#ppt_y"/>
                                          </p:val>
                                        </p:tav>
                                      </p:tavLst>
                                    </p:anim>
                                  </p:childTnLst>
                                </p:cTn>
                              </p:par>
                              <p:par>
                                <p:cTn id="51" presetID="0" presetClass="path" presetSubtype="0" repeatCount="indefinite" fill="hold" nodeType="withEffect">
                                  <p:stCondLst>
                                    <p:cond delay="2590"/>
                                  </p:stCondLst>
                                  <p:childTnLst>
                                    <p:animMotion origin="layout" path="M 0 0 C -0.050 0.2 0.050 0.4 -0.020 0.6 C -0.070 0.8 0.010 1.0 -0.040 1.18 E" pathEditMode="relative" ptsTypes="">
                                      <p:cBhvr>
                                        <p:cTn id="52" dur="12000" fill="hold"/>
                                        <p:tgtEl>
                                          <p:spTgt spid="22"/>
                                        </p:tgtEl>
                                        <p:attrNameLst>
                                          <p:attrName>ppt_x</p:attrName>
                                          <p:attrName>ppt_y</p:attrName>
                                        </p:attrNameLst>
                                      </p:cBhvr>
                                    </p:animMotion>
                                  </p:childTnLst>
                                </p:cTn>
                              </p:par>
                              <p:par>
                                <p:cTn id="53" presetID="8" presetClass="emph" presetSubtype="0" repeatCount="indefinite" fill="hold" nodeType="withEffect">
                                  <p:stCondLst>
                                    <p:cond delay="2590"/>
                                  </p:stCondLst>
                                  <p:childTnLst>
                                    <p:animRot by="-21600000">
                                      <p:cBhvr>
                                        <p:cTn id="54" dur="5400" fill="hold"/>
                                        <p:tgtEl>
                                          <p:spTgt spid="22"/>
                                        </p:tgtEl>
                                        <p:attrNameLst>
                                          <p:attrName>r</p:attrName>
                                        </p:attrNameLst>
                                      </p:cBhvr>
                                    </p:animRot>
                                  </p:childTnLst>
                                </p:cTn>
                              </p:par>
                              <p:par>
                                <p:cTn id="55" presetID="53" presetClass="entr" presetSubtype="16" fill="hold" nodeType="withEffect">
                                  <p:stCondLst>
                                    <p:cond delay="2700"/>
                                  </p:stCondLst>
                                  <p:childTnLst>
                                    <p:set>
                                      <p:cBhvr>
                                        <p:cTn id="56" dur="1" fill="hold">
                                          <p:stCondLst>
                                            <p:cond delay="0"/>
                                          </p:stCondLst>
                                        </p:cTn>
                                        <p:tgtEl>
                                          <p:spTgt spid="12"/>
                                        </p:tgtEl>
                                        <p:attrNameLst>
                                          <p:attrName>style.visibility</p:attrName>
                                        </p:attrNameLst>
                                      </p:cBhvr>
                                      <p:to>
                                        <p:strVal val="visible"/>
                                      </p:to>
                                    </p:set>
                                    <p:anim calcmode="lin" valueType="num">
                                      <p:cBhvr>
                                        <p:cTn id="57" dur="500" fill="hold"/>
                                        <p:tgtEl>
                                          <p:spTgt spid="12"/>
                                        </p:tgtEl>
                                        <p:attrNameLst>
                                          <p:attrName>ppt_w</p:attrName>
                                        </p:attrNameLst>
                                      </p:cBhvr>
                                      <p:tavLst>
                                        <p:tav tm="0">
                                          <p:val>
                                            <p:fltVal val="0"/>
                                          </p:val>
                                        </p:tav>
                                        <p:tav tm="100000">
                                          <p:val>
                                            <p:strVal val="#ppt_w"/>
                                          </p:val>
                                        </p:tav>
                                      </p:tavLst>
                                    </p:anim>
                                    <p:anim calcmode="lin" valueType="num">
                                      <p:cBhvr>
                                        <p:cTn id="58" dur="500" fill="hold"/>
                                        <p:tgtEl>
                                          <p:spTgt spid="12"/>
                                        </p:tgtEl>
                                        <p:attrNameLst>
                                          <p:attrName>ppt_h</p:attrName>
                                        </p:attrNameLst>
                                      </p:cBhvr>
                                      <p:tavLst>
                                        <p:tav tm="0">
                                          <p:val>
                                            <p:fltVal val="0"/>
                                          </p:val>
                                        </p:tav>
                                        <p:tav tm="100000">
                                          <p:val>
                                            <p:strVal val="#ppt_h"/>
                                          </p:val>
                                        </p:tav>
                                      </p:tavLst>
                                    </p:anim>
                                    <p:animEffect transition="in" filter="fade">
                                      <p:cBhvr>
                                        <p:cTn id="59" dur="500"/>
                                        <p:tgtEl>
                                          <p:spTgt spid="12"/>
                                        </p:tgtEl>
                                      </p:cBhvr>
                                    </p:animEffect>
                                  </p:childTnLst>
                                </p:cTn>
                              </p:par>
                              <p:par>
                                <p:cTn id="60" presetID="0" presetClass="path" presetSubtype="0" repeatCount="indefinite" fill="hold" nodeType="withEffect">
                                  <p:stCondLst>
                                    <p:cond delay="2740"/>
                                  </p:stCondLst>
                                  <p:childTnLst>
                                    <p:animMotion origin="layout" path="M 0 0 C 0.080 0.2 -0.080 0.4 0.032 0.6 C 0.112 0.8 -0.016 1.0 0.064 1.18 E" pathEditMode="relative" ptsTypes="">
                                      <p:cBhvr>
                                        <p:cTn id="61" dur="12500" fill="hold"/>
                                        <p:tgtEl>
                                          <p:spTgt spid="17"/>
                                        </p:tgtEl>
                                        <p:attrNameLst>
                                          <p:attrName>ppt_x</p:attrName>
                                          <p:attrName>ppt_y</p:attrName>
                                        </p:attrNameLst>
                                      </p:cBhvr>
                                    </p:animMotion>
                                  </p:childTnLst>
                                </p:cTn>
                              </p:par>
                              <p:par>
                                <p:cTn id="62" presetID="8" presetClass="emph" presetSubtype="0" repeatCount="indefinite" fill="hold" nodeType="withEffect">
                                  <p:stCondLst>
                                    <p:cond delay="2740"/>
                                  </p:stCondLst>
                                  <p:childTnLst>
                                    <p:animRot by="21600000">
                                      <p:cBhvr>
                                        <p:cTn id="63" dur="4900" fill="hold"/>
                                        <p:tgtEl>
                                          <p:spTgt spid="17"/>
                                        </p:tgtEl>
                                        <p:attrNameLst>
                                          <p:attrName>r</p:attrName>
                                        </p:attrNameLst>
                                      </p:cBhvr>
                                    </p:animRot>
                                  </p:childTnLst>
                                </p:cTn>
                              </p:par>
                              <p:par>
                                <p:cTn id="64" presetID="0" presetClass="path" presetSubtype="0" repeatCount="indefinite" fill="hold" nodeType="withEffect">
                                  <p:stCondLst>
                                    <p:cond delay="2870"/>
                                  </p:stCondLst>
                                  <p:childTnLst>
                                    <p:animMotion origin="layout" path="M 0 0 C -0.090 0.2 0.090 0.4 -0.036 0.6 C -0.126 0.8 0.018 1.0 -0.072 1.18 E" pathEditMode="relative" ptsTypes="">
                                      <p:cBhvr>
                                        <p:cTn id="65" dur="14000" fill="hold"/>
                                        <p:tgtEl>
                                          <p:spTgt spid="28"/>
                                        </p:tgtEl>
                                        <p:attrNameLst>
                                          <p:attrName>ppt_x</p:attrName>
                                          <p:attrName>ppt_y</p:attrName>
                                        </p:attrNameLst>
                                      </p:cBhvr>
                                    </p:animMotion>
                                  </p:childTnLst>
                                </p:cTn>
                              </p:par>
                              <p:par>
                                <p:cTn id="66" presetID="8" presetClass="emph" presetSubtype="0" repeatCount="indefinite" fill="hold" nodeType="withEffect">
                                  <p:stCondLst>
                                    <p:cond delay="2870"/>
                                  </p:stCondLst>
                                  <p:childTnLst>
                                    <p:animRot by="-21600000">
                                      <p:cBhvr>
                                        <p:cTn id="67" dur="4200" fill="hold"/>
                                        <p:tgtEl>
                                          <p:spTgt spid="28"/>
                                        </p:tgtEl>
                                        <p:attrNameLst>
                                          <p:attrName>r</p:attrName>
                                        </p:attrNameLst>
                                      </p:cBhvr>
                                    </p:animRot>
                                  </p:childTnLst>
                                </p:cTn>
                              </p:par>
                              <p:par>
                                <p:cTn id="68" presetID="10" presetClass="entr" presetSubtype="0" fill="hold" grpId="0" nodeType="withEffect">
                                  <p:stCondLst>
                                    <p:cond delay="3000"/>
                                  </p:stCondLst>
                                  <p:childTnLst>
                                    <p:set>
                                      <p:cBhvr>
                                        <p:cTn id="69" dur="1" fill="hold">
                                          <p:stCondLst>
                                            <p:cond delay="0"/>
                                          </p:stCondLst>
                                        </p:cTn>
                                        <p:tgtEl>
                                          <p:spTgt spid="13"/>
                                        </p:tgtEl>
                                        <p:attrNameLst>
                                          <p:attrName>style.visibility</p:attrName>
                                        </p:attrNameLst>
                                      </p:cBhvr>
                                      <p:to>
                                        <p:strVal val="visible"/>
                                      </p:to>
                                    </p:set>
                                    <p:animEffect transition="in" filter="fade">
                                      <p:cBhvr>
                                        <p:cTn id="70" dur="700"/>
                                        <p:tgtEl>
                                          <p:spTgt spid="13"/>
                                        </p:tgtEl>
                                      </p:cBhvr>
                                    </p:animEffect>
                                  </p:childTnLst>
                                </p:cTn>
                              </p:par>
                              <p:par>
                                <p:cTn id="71" presetID="6" presetClass="emph" presetSubtype="0" repeatCount="indefinite" autoRev="1" fill="hold" nodeType="withEffect">
                                  <p:stCondLst>
                                    <p:cond delay="3500"/>
                                  </p:stCondLst>
                                  <p:childTnLst>
                                    <p:animScale>
                                      <p:cBhvr>
                                        <p:cTn id="72" dur="600" fill="hold"/>
                                        <p:tgtEl>
                                          <p:spTgt spid="12"/>
                                        </p:tgtEl>
                                      </p:cBhvr>
                                      <p:by x="118000" y="118000"/>
                                    </p:animScale>
                                  </p:childTnLst>
                                </p:cTn>
                              </p:par>
                              <p:par>
                                <p:cTn id="73" presetID="0" presetClass="path" presetSubtype="0" repeatCount="indefinite" fill="hold" nodeType="withEffect">
                                  <p:stCondLst>
                                    <p:cond delay="3960"/>
                                  </p:stCondLst>
                                  <p:childTnLst>
                                    <p:animMotion origin="layout" path="M 0 0 C 0.070 0.2 -0.070 0.4 0.028 0.6 C 0.098 0.8 -0.014 1.0 0.056 1.18 E" pathEditMode="relative" ptsTypes="">
                                      <p:cBhvr>
                                        <p:cTn id="74" dur="9800" fill="hold"/>
                                        <p:tgtEl>
                                          <p:spTgt spid="23"/>
                                        </p:tgtEl>
                                        <p:attrNameLst>
                                          <p:attrName>ppt_x</p:attrName>
                                          <p:attrName>ppt_y</p:attrName>
                                        </p:attrNameLst>
                                      </p:cBhvr>
                                    </p:animMotion>
                                  </p:childTnLst>
                                </p:cTn>
                              </p:par>
                              <p:par>
                                <p:cTn id="75" presetID="8" presetClass="emph" presetSubtype="0" repeatCount="indefinite" fill="hold" nodeType="withEffect">
                                  <p:stCondLst>
                                    <p:cond delay="3960"/>
                                  </p:stCondLst>
                                  <p:childTnLst>
                                    <p:animRot by="21600000">
                                      <p:cBhvr>
                                        <p:cTn id="76" dur="6100" fill="hold"/>
                                        <p:tgtEl>
                                          <p:spTgt spid="23"/>
                                        </p:tgtEl>
                                        <p:attrNameLst>
                                          <p:attrName>r</p:attrName>
                                        </p:attrNameLst>
                                      </p:cBhvr>
                                    </p:animRot>
                                  </p:childTnLst>
                                </p:cTn>
                              </p:par>
                              <p:par>
                                <p:cTn id="77" presetID="0" presetClass="path" presetSubtype="0" repeatCount="indefinite" fill="hold" nodeType="withEffect">
                                  <p:stCondLst>
                                    <p:cond delay="4110"/>
                                  </p:stCondLst>
                                  <p:childTnLst>
                                    <p:animMotion origin="layout" path="M 0 0 C -0.060 0.2 0.060 0.4 -0.024 0.6 C -0.084 0.8 0.012 1.0 -0.048 1.18 E" pathEditMode="relative" ptsTypes="">
                                      <p:cBhvr>
                                        <p:cTn id="78" dur="10000" fill="hold"/>
                                        <p:tgtEl>
                                          <p:spTgt spid="18"/>
                                        </p:tgtEl>
                                        <p:attrNameLst>
                                          <p:attrName>ppt_x</p:attrName>
                                          <p:attrName>ppt_y</p:attrName>
                                        </p:attrNameLst>
                                      </p:cBhvr>
                                    </p:animMotion>
                                  </p:childTnLst>
                                </p:cTn>
                              </p:par>
                              <p:par>
                                <p:cTn id="79" presetID="8" presetClass="emph" presetSubtype="0" repeatCount="indefinite" fill="hold" nodeType="withEffect">
                                  <p:stCondLst>
                                    <p:cond delay="4110"/>
                                  </p:stCondLst>
                                  <p:childTnLst>
                                    <p:animRot by="-21600000">
                                      <p:cBhvr>
                                        <p:cTn id="80" dur="5600" fill="hold"/>
                                        <p:tgtEl>
                                          <p:spTgt spid="18"/>
                                        </p:tgtEl>
                                        <p:attrNameLst>
                                          <p:attrName>r</p:attrName>
                                        </p:attrNameLst>
                                      </p:cBhvr>
                                    </p:animRot>
                                  </p:childTnLst>
                                </p:cTn>
                              </p:par>
                              <p:par>
                                <p:cTn id="81" presetID="0" presetClass="path" presetSubtype="0" repeatCount="indefinite" fill="hold" nodeType="withEffect">
                                  <p:stCondLst>
                                    <p:cond delay="4240"/>
                                  </p:stCondLst>
                                  <p:childTnLst>
                                    <p:animMotion origin="layout" path="M 0 0 C -0.120 0.2 0.120 0.4 -0.048 0.6 C -0.168 0.8 0.024 1.0 -0.096 1.18 E" pathEditMode="relative" ptsTypes="">
                                      <p:cBhvr>
                                        <p:cTn id="82" dur="12500" fill="hold"/>
                                        <p:tgtEl>
                                          <p:spTgt spid="29"/>
                                        </p:tgtEl>
                                        <p:attrNameLst>
                                          <p:attrName>ppt_x</p:attrName>
                                          <p:attrName>ppt_y</p:attrName>
                                        </p:attrNameLst>
                                      </p:cBhvr>
                                    </p:animMotion>
                                  </p:childTnLst>
                                </p:cTn>
                              </p:par>
                              <p:par>
                                <p:cTn id="83" presetID="8" presetClass="emph" presetSubtype="0" repeatCount="indefinite" fill="hold" nodeType="withEffect">
                                  <p:stCondLst>
                                    <p:cond delay="4240"/>
                                  </p:stCondLst>
                                  <p:childTnLst>
                                    <p:animRot by="21600000">
                                      <p:cBhvr>
                                        <p:cTn id="84" dur="4900" fill="hold"/>
                                        <p:tgtEl>
                                          <p:spTgt spid="29"/>
                                        </p:tgtEl>
                                        <p:attrNameLst>
                                          <p:attrName>r</p:attrName>
                                        </p:attrNameLst>
                                      </p:cBhvr>
                                    </p:animRot>
                                  </p:childTnLst>
                                </p:cTn>
                              </p:par>
                              <p:par>
                                <p:cTn id="85" presetID="0" presetClass="path" presetSubtype="0" repeatCount="indefinite" fill="hold" nodeType="withEffect">
                                  <p:stCondLst>
                                    <p:cond delay="5330"/>
                                  </p:stCondLst>
                                  <p:childTnLst>
                                    <p:animMotion origin="layout" path="M 0 0 C -0.080 0.2 0.080 0.4 -0.032 0.6 C -0.112 0.8 0.016 1.0 -0.064 1.18 E" pathEditMode="relative" ptsTypes="">
                                      <p:cBhvr>
                                        <p:cTn id="86" dur="11200" fill="hold"/>
                                        <p:tgtEl>
                                          <p:spTgt spid="24"/>
                                        </p:tgtEl>
                                        <p:attrNameLst>
                                          <p:attrName>ppt_x</p:attrName>
                                          <p:attrName>ppt_y</p:attrName>
                                        </p:attrNameLst>
                                      </p:cBhvr>
                                    </p:animMotion>
                                  </p:childTnLst>
                                </p:cTn>
                              </p:par>
                              <p:par>
                                <p:cTn id="87" presetID="8" presetClass="emph" presetSubtype="0" repeatCount="indefinite" fill="hold" nodeType="withEffect">
                                  <p:stCondLst>
                                    <p:cond delay="5330"/>
                                  </p:stCondLst>
                                  <p:childTnLst>
                                    <p:animRot by="-21600000">
                                      <p:cBhvr>
                                        <p:cTn id="88" dur="3800" fill="hold"/>
                                        <p:tgtEl>
                                          <p:spTgt spid="24"/>
                                        </p:tgtEl>
                                        <p:attrNameLst>
                                          <p:attrName>r</p:attrName>
                                        </p:attrNameLst>
                                      </p:cBhvr>
                                    </p:animRot>
                                  </p:childTnLst>
                                </p:cTn>
                              </p:par>
                              <p:par>
                                <p:cTn id="89" presetID="0" presetClass="path" presetSubtype="0" repeatCount="indefinite" fill="hold" nodeType="withEffect">
                                  <p:stCondLst>
                                    <p:cond delay="5480"/>
                                  </p:stCondLst>
                                  <p:childTnLst>
                                    <p:animMotion origin="layout" path="M 0 0 C 0.050 0.2 -0.050 0.4 0.020 0.6 C 0.070 0.8 -0.010 1.0 0.040 1.18 E" pathEditMode="relative" ptsTypes="">
                                      <p:cBhvr>
                                        <p:cTn id="90" dur="9000" fill="hold"/>
                                        <p:tgtEl>
                                          <p:spTgt spid="19"/>
                                        </p:tgtEl>
                                        <p:attrNameLst>
                                          <p:attrName>ppt_x</p:attrName>
                                          <p:attrName>ppt_y</p:attrName>
                                        </p:attrNameLst>
                                      </p:cBhvr>
                                    </p:animMotion>
                                  </p:childTnLst>
                                </p:cTn>
                              </p:par>
                              <p:par>
                                <p:cTn id="91" presetID="8" presetClass="emph" presetSubtype="0" repeatCount="indefinite" fill="hold" nodeType="withEffect">
                                  <p:stCondLst>
                                    <p:cond delay="5480"/>
                                  </p:stCondLst>
                                  <p:childTnLst>
                                    <p:animRot by="21600000">
                                      <p:cBhvr>
                                        <p:cTn id="92" dur="6300" fill="hold"/>
                                        <p:tgtEl>
                                          <p:spTgt spid="19"/>
                                        </p:tgtEl>
                                        <p:attrNameLst>
                                          <p:attrName>r</p:attrName>
                                        </p:attrNameLst>
                                      </p:cBhvr>
                                    </p:animRot>
                                  </p:childTnLst>
                                </p:cTn>
                              </p:par>
                              <p:par>
                                <p:cTn id="93" presetID="0" presetClass="path" presetSubtype="0" repeatCount="indefinite" fill="hold" nodeType="withEffect">
                                  <p:stCondLst>
                                    <p:cond delay="6700"/>
                                  </p:stCondLst>
                                  <p:childTnLst>
                                    <p:animMotion origin="layout" path="M 0 0 C -0.040 0.2 0.040 0.4 -0.016 0.6 C -0.056 0.8 0.008 1.0 -0.032 1.18 E" pathEditMode="relative" ptsTypes="">
                                      <p:cBhvr>
                                        <p:cTn id="94" dur="10200" fill="hold"/>
                                        <p:tgtEl>
                                          <p:spTgt spid="25"/>
                                        </p:tgtEl>
                                        <p:attrNameLst>
                                          <p:attrName>ppt_x</p:attrName>
                                          <p:attrName>ppt_y</p:attrName>
                                        </p:attrNameLst>
                                      </p:cBhvr>
                                    </p:animMotion>
                                  </p:childTnLst>
                                </p:cTn>
                              </p:par>
                              <p:par>
                                <p:cTn id="95" presetID="8" presetClass="emph" presetSubtype="0" repeatCount="indefinite" fill="hold" nodeType="withEffect">
                                  <p:stCondLst>
                                    <p:cond delay="6700"/>
                                  </p:stCondLst>
                                  <p:childTnLst>
                                    <p:animRot by="21600000">
                                      <p:cBhvr>
                                        <p:cTn id="96" dur="4500" fill="hold"/>
                                        <p:tgtEl>
                                          <p:spTgt spid="25"/>
                                        </p:tgtEl>
                                        <p:attrNameLst>
                                          <p:attrName>r</p:attrName>
                                        </p:attrNameLst>
                                      </p:cBhvr>
                                    </p:animRot>
                                  </p:childTnLst>
                                </p:cTn>
                              </p:par>
                              <p:par>
                                <p:cTn id="97" presetID="0" presetClass="path" presetSubtype="0" repeatCount="indefinite" fill="hold" nodeType="withEffect">
                                  <p:stCondLst>
                                    <p:cond delay="6850"/>
                                  </p:stCondLst>
                                  <p:childTnLst>
                                    <p:animMotion origin="layout" path="M 0 0 C -0.070 0.2 0.070 0.4 -0.028 0.6 C -0.098 0.8 0.014 1.0 -0.056 1.18 E" pathEditMode="relative" ptsTypes="">
                                      <p:cBhvr>
                                        <p:cTn id="98" dur="11500" fill="hold"/>
                                        <p:tgtEl>
                                          <p:spTgt spid="20"/>
                                        </p:tgtEl>
                                        <p:attrNameLst>
                                          <p:attrName>ppt_x</p:attrName>
                                          <p:attrName>ppt_y</p:attrName>
                                        </p:attrNameLst>
                                      </p:cBhvr>
                                    </p:animMotion>
                                  </p:childTnLst>
                                </p:cTn>
                              </p:par>
                              <p:par>
                                <p:cTn id="99" presetID="8" presetClass="emph" presetSubtype="0" repeatCount="indefinite" fill="hold" nodeType="withEffect">
                                  <p:stCondLst>
                                    <p:cond delay="6850"/>
                                  </p:stCondLst>
                                  <p:childTnLst>
                                    <p:animRot by="-21600000">
                                      <p:cBhvr>
                                        <p:cTn id="100" dur="4000" fill="hold"/>
                                        <p:tgtEl>
                                          <p:spTgt spid="2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3" grpId="0" animBg="1"/>
    </p:bldLst>
  </p:timing>
</p:sld>
</file>

<file path=ppt/theme/theme1.xml><?xml version="1.0" encoding="utf-8"?>
<a:theme xmlns:a="http://schemas.openxmlformats.org/drawingml/2006/main" name="HAWASUCO 20-10">
  <a:themeElements>
    <a:clrScheme name="HAWASUCO 20-10">
      <a:dk1>
        <a:srgbClr val="3D1F33"/>
      </a:dk1>
      <a:lt1>
        <a:srgbClr val="FFFFFF"/>
      </a:lt1>
      <a:dk2>
        <a:srgbClr val="1B3A8C"/>
      </a:dk2>
      <a:lt2>
        <a:srgbClr val="FDEEF3"/>
      </a:lt2>
      <a:accent1>
        <a:srgbClr val="D23B4F"/>
      </a:accent1>
      <a:accent2>
        <a:srgbClr val="E5679A"/>
      </a:accent2>
      <a:accent3>
        <a:srgbClr val="0049B7"/>
      </a:accent3>
      <a:accent4>
        <a:srgbClr val="5E9E36"/>
      </a:accent4>
      <a:accent5>
        <a:srgbClr val="8C5A72"/>
      </a:accent5>
      <a:accent6>
        <a:srgbClr val="F8C6D6"/>
      </a:accent6>
      <a:hlink>
        <a:srgbClr val="0049B7"/>
      </a:hlink>
      <a:folHlink>
        <a:srgbClr val="8C5A72"/>
      </a:folHlink>
    </a:clrScheme>
    <a:fontScheme name="HAWASUCO 20-10">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Công ty CP Cấp thoát nước – Công trình đô thị Hậu Giang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Mừng ngày Phụ nữ Việt Nam 20/10</dc:title>
  <dc:subject>PptxGenJS Presentation</dc:subject>
  <dc:creator>HAWASUCO</dc:creator>
  <cp:lastModifiedBy>HAWASUCO</cp:lastModifiedBy>
  <cp:revision>1</cp:revision>
  <dcterms:created xsi:type="dcterms:W3CDTF">2026-10-19T09:26:55Z</dcterms:created>
  <dcterms:modified xsi:type="dcterms:W3CDTF">2026-10-19T09:26:55Z</dcterms:modified>
</cp:coreProperties>
</file>